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3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4.xml" ContentType="application/vnd.openxmlformats-officedocument.theme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15.xml" ContentType="application/vnd.openxmlformats-officedocument.theme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theme/theme16.xml" ContentType="application/vnd.openxmlformats-officedocument.theme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17.xml" ContentType="application/vnd.openxmlformats-officedocument.theme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theme/theme18.xml" ContentType="application/vnd.openxmlformats-officedocument.theme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theme/theme19.xml" ContentType="application/vnd.openxmlformats-officedocument.theme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theme/theme20.xml" ContentType="application/vnd.openxmlformats-officedocument.theme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theme/theme21.xml" ContentType="application/vnd.openxmlformats-officedocument.theme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theme/theme22.xml" ContentType="application/vnd.openxmlformats-officedocument.theme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theme/theme23.xml" ContentType="application/vnd.openxmlformats-officedocument.theme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theme/theme24.xml" ContentType="application/vnd.openxmlformats-officedocument.theme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theme/theme25.xml" ContentType="application/vnd.openxmlformats-officedocument.theme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theme/theme26.xml" ContentType="application/vnd.openxmlformats-officedocument.theme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theme/theme27.xml" ContentType="application/vnd.openxmlformats-officedocument.theme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theme/theme28.xml" ContentType="application/vnd.openxmlformats-officedocument.theme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theme/theme29.xml" ContentType="application/vnd.openxmlformats-officedocument.theme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theme/theme30.xml" ContentType="application/vnd.openxmlformats-officedocument.theme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theme/theme31.xml" ContentType="application/vnd.openxmlformats-officedocument.theme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theme/theme32.xml" ContentType="application/vnd.openxmlformats-officedocument.theme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theme/theme33.xml" ContentType="application/vnd.openxmlformats-officedocument.theme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theme/theme34.xml" ContentType="application/vnd.openxmlformats-officedocument.theme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theme/theme35.xml" ContentType="application/vnd.openxmlformats-officedocument.theme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theme/theme36.xml" ContentType="application/vnd.openxmlformats-officedocument.theme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theme/theme37.xml" ContentType="application/vnd.openxmlformats-officedocument.theme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theme/theme38.xml" ContentType="application/vnd.openxmlformats-officedocument.theme+xml"/>
  <Override PartName="/ppt/slideLayouts/slideLayout419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theme/theme39.xml" ContentType="application/vnd.openxmlformats-officedocument.theme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40.xml" ContentType="application/vnd.openxmlformats-officedocument.presentationml.slideLayout+xml"/>
  <Override PartName="/ppt/theme/theme40.xml" ContentType="application/vnd.openxmlformats-officedocument.theme+xml"/>
  <Override PartName="/ppt/slideLayouts/slideLayout441.xml" ContentType="application/vnd.openxmlformats-officedocument.presentationml.slideLayout+xml"/>
  <Override PartName="/ppt/slideLayouts/slideLayout442.xml" ContentType="application/vnd.openxmlformats-officedocument.presentationml.slideLayout+xml"/>
  <Override PartName="/ppt/slideLayouts/slideLayout443.xml" ContentType="application/vnd.openxmlformats-officedocument.presentationml.slideLayout+xml"/>
  <Override PartName="/ppt/slideLayouts/slideLayout444.xml" ContentType="application/vnd.openxmlformats-officedocument.presentationml.slideLayout+xml"/>
  <Override PartName="/ppt/slideLayouts/slideLayout445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49.xml" ContentType="application/vnd.openxmlformats-officedocument.presentationml.slideLayout+xml"/>
  <Override PartName="/ppt/slideLayouts/slideLayout450.xml" ContentType="application/vnd.openxmlformats-officedocument.presentationml.slideLayout+xml"/>
  <Override PartName="/ppt/slideLayouts/slideLayout451.xml" ContentType="application/vnd.openxmlformats-officedocument.presentationml.slideLayout+xml"/>
  <Override PartName="/ppt/theme/theme41.xml" ContentType="application/vnd.openxmlformats-officedocument.theme+xml"/>
  <Override PartName="/ppt/slideLayouts/slideLayout452.xml" ContentType="application/vnd.openxmlformats-officedocument.presentationml.slideLayout+xml"/>
  <Override PartName="/ppt/slideLayouts/slideLayout453.xml" ContentType="application/vnd.openxmlformats-officedocument.presentationml.slideLayout+xml"/>
  <Override PartName="/ppt/slideLayouts/slideLayout454.xml" ContentType="application/vnd.openxmlformats-officedocument.presentationml.slideLayout+xml"/>
  <Override PartName="/ppt/slideLayouts/slideLayout455.xml" ContentType="application/vnd.openxmlformats-officedocument.presentationml.slideLayout+xml"/>
  <Override PartName="/ppt/slideLayouts/slideLayout456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458.xml" ContentType="application/vnd.openxmlformats-officedocument.presentationml.slideLayout+xml"/>
  <Override PartName="/ppt/slideLayouts/slideLayout459.xml" ContentType="application/vnd.openxmlformats-officedocument.presentationml.slideLayout+xml"/>
  <Override PartName="/ppt/slideLayouts/slideLayout460.xml" ContentType="application/vnd.openxmlformats-officedocument.presentationml.slideLayout+xml"/>
  <Override PartName="/ppt/slideLayouts/slideLayout461.xml" ContentType="application/vnd.openxmlformats-officedocument.presentationml.slideLayout+xml"/>
  <Override PartName="/ppt/slideLayouts/slideLayout462.xml" ContentType="application/vnd.openxmlformats-officedocument.presentationml.slideLayout+xml"/>
  <Override PartName="/ppt/theme/theme42.xml" ContentType="application/vnd.openxmlformats-officedocument.theme+xml"/>
  <Override PartName="/ppt/slideLayouts/slideLayout463.xml" ContentType="application/vnd.openxmlformats-officedocument.presentationml.slideLayout+xml"/>
  <Override PartName="/ppt/slideLayouts/slideLayout464.xml" ContentType="application/vnd.openxmlformats-officedocument.presentationml.slideLayout+xml"/>
  <Override PartName="/ppt/slideLayouts/slideLayout465.xml" ContentType="application/vnd.openxmlformats-officedocument.presentationml.slideLayout+xml"/>
  <Override PartName="/ppt/slideLayouts/slideLayout466.xml" ContentType="application/vnd.openxmlformats-officedocument.presentationml.slideLayout+xml"/>
  <Override PartName="/ppt/slideLayouts/slideLayout467.xml" ContentType="application/vnd.openxmlformats-officedocument.presentationml.slideLayout+xml"/>
  <Override PartName="/ppt/slideLayouts/slideLayout468.xml" ContentType="application/vnd.openxmlformats-officedocument.presentationml.slideLayout+xml"/>
  <Override PartName="/ppt/slideLayouts/slideLayout469.xml" ContentType="application/vnd.openxmlformats-officedocument.presentationml.slideLayout+xml"/>
  <Override PartName="/ppt/slideLayouts/slideLayout470.xml" ContentType="application/vnd.openxmlformats-officedocument.presentationml.slideLayout+xml"/>
  <Override PartName="/ppt/slideLayouts/slideLayout471.xml" ContentType="application/vnd.openxmlformats-officedocument.presentationml.slideLayout+xml"/>
  <Override PartName="/ppt/slideLayouts/slideLayout472.xml" ContentType="application/vnd.openxmlformats-officedocument.presentationml.slideLayout+xml"/>
  <Override PartName="/ppt/slideLayouts/slideLayout473.xml" ContentType="application/vnd.openxmlformats-officedocument.presentationml.slideLayout+xml"/>
  <Override PartName="/ppt/theme/theme43.xml" ContentType="application/vnd.openxmlformats-officedocument.theme+xml"/>
  <Override PartName="/ppt/slideLayouts/slideLayout474.xml" ContentType="application/vnd.openxmlformats-officedocument.presentationml.slideLayout+xml"/>
  <Override PartName="/ppt/slideLayouts/slideLayout475.xml" ContentType="application/vnd.openxmlformats-officedocument.presentationml.slideLayout+xml"/>
  <Override PartName="/ppt/slideLayouts/slideLayout476.xml" ContentType="application/vnd.openxmlformats-officedocument.presentationml.slideLayout+xml"/>
  <Override PartName="/ppt/slideLayouts/slideLayout477.xml" ContentType="application/vnd.openxmlformats-officedocument.presentationml.slideLayout+xml"/>
  <Override PartName="/ppt/slideLayouts/slideLayout478.xml" ContentType="application/vnd.openxmlformats-officedocument.presentationml.slideLayout+xml"/>
  <Override PartName="/ppt/slideLayouts/slideLayout479.xml" ContentType="application/vnd.openxmlformats-officedocument.presentationml.slideLayout+xml"/>
  <Override PartName="/ppt/slideLayouts/slideLayout480.xml" ContentType="application/vnd.openxmlformats-officedocument.presentationml.slideLayout+xml"/>
  <Override PartName="/ppt/slideLayouts/slideLayout481.xml" ContentType="application/vnd.openxmlformats-officedocument.presentationml.slideLayout+xml"/>
  <Override PartName="/ppt/slideLayouts/slideLayout482.xml" ContentType="application/vnd.openxmlformats-officedocument.presentationml.slideLayout+xml"/>
  <Override PartName="/ppt/slideLayouts/slideLayout483.xml" ContentType="application/vnd.openxmlformats-officedocument.presentationml.slideLayout+xml"/>
  <Override PartName="/ppt/slideLayouts/slideLayout484.xml" ContentType="application/vnd.openxmlformats-officedocument.presentationml.slideLayout+xml"/>
  <Override PartName="/ppt/theme/theme44.xml" ContentType="application/vnd.openxmlformats-officedocument.theme+xml"/>
  <Override PartName="/ppt/slideLayouts/slideLayout485.xml" ContentType="application/vnd.openxmlformats-officedocument.presentationml.slideLayout+xml"/>
  <Override PartName="/ppt/slideLayouts/slideLayout486.xml" ContentType="application/vnd.openxmlformats-officedocument.presentationml.slideLayout+xml"/>
  <Override PartName="/ppt/slideLayouts/slideLayout487.xml" ContentType="application/vnd.openxmlformats-officedocument.presentationml.slideLayout+xml"/>
  <Override PartName="/ppt/slideLayouts/slideLayout488.xml" ContentType="application/vnd.openxmlformats-officedocument.presentationml.slideLayout+xml"/>
  <Override PartName="/ppt/slideLayouts/slideLayout489.xml" ContentType="application/vnd.openxmlformats-officedocument.presentationml.slideLayout+xml"/>
  <Override PartName="/ppt/slideLayouts/slideLayout490.xml" ContentType="application/vnd.openxmlformats-officedocument.presentationml.slideLayout+xml"/>
  <Override PartName="/ppt/slideLayouts/slideLayout491.xml" ContentType="application/vnd.openxmlformats-officedocument.presentationml.slideLayout+xml"/>
  <Override PartName="/ppt/slideLayouts/slideLayout492.xml" ContentType="application/vnd.openxmlformats-officedocument.presentationml.slideLayout+xml"/>
  <Override PartName="/ppt/slideLayouts/slideLayout493.xml" ContentType="application/vnd.openxmlformats-officedocument.presentationml.slideLayout+xml"/>
  <Override PartName="/ppt/slideLayouts/slideLayout494.xml" ContentType="application/vnd.openxmlformats-officedocument.presentationml.slideLayout+xml"/>
  <Override PartName="/ppt/slideLayouts/slideLayout495.xml" ContentType="application/vnd.openxmlformats-officedocument.presentationml.slideLayout+xml"/>
  <Override PartName="/ppt/theme/theme45.xml" ContentType="application/vnd.openxmlformats-officedocument.theme+xml"/>
  <Override PartName="/ppt/slideLayouts/slideLayout496.xml" ContentType="application/vnd.openxmlformats-officedocument.presentationml.slideLayout+xml"/>
  <Override PartName="/ppt/slideLayouts/slideLayout497.xml" ContentType="application/vnd.openxmlformats-officedocument.presentationml.slideLayout+xml"/>
  <Override PartName="/ppt/slideLayouts/slideLayout498.xml" ContentType="application/vnd.openxmlformats-officedocument.presentationml.slideLayout+xml"/>
  <Override PartName="/ppt/slideLayouts/slideLayout499.xml" ContentType="application/vnd.openxmlformats-officedocument.presentationml.slideLayout+xml"/>
  <Override PartName="/ppt/slideLayouts/slideLayout500.xml" ContentType="application/vnd.openxmlformats-officedocument.presentationml.slideLayout+xml"/>
  <Override PartName="/ppt/slideLayouts/slideLayout501.xml" ContentType="application/vnd.openxmlformats-officedocument.presentationml.slideLayout+xml"/>
  <Override PartName="/ppt/slideLayouts/slideLayout502.xml" ContentType="application/vnd.openxmlformats-officedocument.presentationml.slideLayout+xml"/>
  <Override PartName="/ppt/slideLayouts/slideLayout503.xml" ContentType="application/vnd.openxmlformats-officedocument.presentationml.slideLayout+xml"/>
  <Override PartName="/ppt/slideLayouts/slideLayout504.xml" ContentType="application/vnd.openxmlformats-officedocument.presentationml.slideLayout+xml"/>
  <Override PartName="/ppt/slideLayouts/slideLayout505.xml" ContentType="application/vnd.openxmlformats-officedocument.presentationml.slideLayout+xml"/>
  <Override PartName="/ppt/slideLayouts/slideLayout506.xml" ContentType="application/vnd.openxmlformats-officedocument.presentationml.slideLayout+xml"/>
  <Override PartName="/ppt/theme/theme46.xml" ContentType="application/vnd.openxmlformats-officedocument.theme+xml"/>
  <Override PartName="/ppt/slideLayouts/slideLayout507.xml" ContentType="application/vnd.openxmlformats-officedocument.presentationml.slideLayout+xml"/>
  <Override PartName="/ppt/slideLayouts/slideLayout508.xml" ContentType="application/vnd.openxmlformats-officedocument.presentationml.slideLayout+xml"/>
  <Override PartName="/ppt/slideLayouts/slideLayout509.xml" ContentType="application/vnd.openxmlformats-officedocument.presentationml.slideLayout+xml"/>
  <Override PartName="/ppt/slideLayouts/slideLayout510.xml" ContentType="application/vnd.openxmlformats-officedocument.presentationml.slideLayout+xml"/>
  <Override PartName="/ppt/slideLayouts/slideLayout511.xml" ContentType="application/vnd.openxmlformats-officedocument.presentationml.slideLayout+xml"/>
  <Override PartName="/ppt/slideLayouts/slideLayout512.xml" ContentType="application/vnd.openxmlformats-officedocument.presentationml.slideLayout+xml"/>
  <Override PartName="/ppt/slideLayouts/slideLayout513.xml" ContentType="application/vnd.openxmlformats-officedocument.presentationml.slideLayout+xml"/>
  <Override PartName="/ppt/slideLayouts/slideLayout514.xml" ContentType="application/vnd.openxmlformats-officedocument.presentationml.slideLayout+xml"/>
  <Override PartName="/ppt/slideLayouts/slideLayout515.xml" ContentType="application/vnd.openxmlformats-officedocument.presentationml.slideLayout+xml"/>
  <Override PartName="/ppt/slideLayouts/slideLayout516.xml" ContentType="application/vnd.openxmlformats-officedocument.presentationml.slideLayout+xml"/>
  <Override PartName="/ppt/slideLayouts/slideLayout517.xml" ContentType="application/vnd.openxmlformats-officedocument.presentationml.slideLayout+xml"/>
  <Override PartName="/ppt/theme/theme47.xml" ContentType="application/vnd.openxmlformats-officedocument.theme+xml"/>
  <Override PartName="/ppt/slideLayouts/slideLayout518.xml" ContentType="application/vnd.openxmlformats-officedocument.presentationml.slideLayout+xml"/>
  <Override PartName="/ppt/slideLayouts/slideLayout519.xml" ContentType="application/vnd.openxmlformats-officedocument.presentationml.slideLayout+xml"/>
  <Override PartName="/ppt/slideLayouts/slideLayout520.xml" ContentType="application/vnd.openxmlformats-officedocument.presentationml.slideLayout+xml"/>
  <Override PartName="/ppt/slideLayouts/slideLayout521.xml" ContentType="application/vnd.openxmlformats-officedocument.presentationml.slideLayout+xml"/>
  <Override PartName="/ppt/slideLayouts/slideLayout522.xml" ContentType="application/vnd.openxmlformats-officedocument.presentationml.slideLayout+xml"/>
  <Override PartName="/ppt/slideLayouts/slideLayout523.xml" ContentType="application/vnd.openxmlformats-officedocument.presentationml.slideLayout+xml"/>
  <Override PartName="/ppt/slideLayouts/slideLayout524.xml" ContentType="application/vnd.openxmlformats-officedocument.presentationml.slideLayout+xml"/>
  <Override PartName="/ppt/slideLayouts/slideLayout525.xml" ContentType="application/vnd.openxmlformats-officedocument.presentationml.slideLayout+xml"/>
  <Override PartName="/ppt/slideLayouts/slideLayout526.xml" ContentType="application/vnd.openxmlformats-officedocument.presentationml.slideLayout+xml"/>
  <Override PartName="/ppt/slideLayouts/slideLayout527.xml" ContentType="application/vnd.openxmlformats-officedocument.presentationml.slideLayout+xml"/>
  <Override PartName="/ppt/slideLayouts/slideLayout528.xml" ContentType="application/vnd.openxmlformats-officedocument.presentationml.slideLayout+xml"/>
  <Override PartName="/ppt/theme/theme48.xml" ContentType="application/vnd.openxmlformats-officedocument.theme+xml"/>
  <Override PartName="/ppt/slideLayouts/slideLayout529.xml" ContentType="application/vnd.openxmlformats-officedocument.presentationml.slideLayout+xml"/>
  <Override PartName="/ppt/slideLayouts/slideLayout530.xml" ContentType="application/vnd.openxmlformats-officedocument.presentationml.slideLayout+xml"/>
  <Override PartName="/ppt/slideLayouts/slideLayout531.xml" ContentType="application/vnd.openxmlformats-officedocument.presentationml.slideLayout+xml"/>
  <Override PartName="/ppt/slideLayouts/slideLayout532.xml" ContentType="application/vnd.openxmlformats-officedocument.presentationml.slideLayout+xml"/>
  <Override PartName="/ppt/slideLayouts/slideLayout533.xml" ContentType="application/vnd.openxmlformats-officedocument.presentationml.slideLayout+xml"/>
  <Override PartName="/ppt/slideLayouts/slideLayout534.xml" ContentType="application/vnd.openxmlformats-officedocument.presentationml.slideLayout+xml"/>
  <Override PartName="/ppt/slideLayouts/slideLayout535.xml" ContentType="application/vnd.openxmlformats-officedocument.presentationml.slideLayout+xml"/>
  <Override PartName="/ppt/slideLayouts/slideLayout536.xml" ContentType="application/vnd.openxmlformats-officedocument.presentationml.slideLayout+xml"/>
  <Override PartName="/ppt/slideLayouts/slideLayout537.xml" ContentType="application/vnd.openxmlformats-officedocument.presentationml.slideLayout+xml"/>
  <Override PartName="/ppt/slideLayouts/slideLayout538.xml" ContentType="application/vnd.openxmlformats-officedocument.presentationml.slideLayout+xml"/>
  <Override PartName="/ppt/slideLayouts/slideLayout539.xml" ContentType="application/vnd.openxmlformats-officedocument.presentationml.slideLayout+xml"/>
  <Override PartName="/ppt/theme/theme49.xml" ContentType="application/vnd.openxmlformats-officedocument.theme+xml"/>
  <Override PartName="/ppt/slideLayouts/slideLayout540.xml" ContentType="application/vnd.openxmlformats-officedocument.presentationml.slideLayout+xml"/>
  <Override PartName="/ppt/slideLayouts/slideLayout541.xml" ContentType="application/vnd.openxmlformats-officedocument.presentationml.slideLayout+xml"/>
  <Override PartName="/ppt/slideLayouts/slideLayout542.xml" ContentType="application/vnd.openxmlformats-officedocument.presentationml.slideLayout+xml"/>
  <Override PartName="/ppt/slideLayouts/slideLayout543.xml" ContentType="application/vnd.openxmlformats-officedocument.presentationml.slideLayout+xml"/>
  <Override PartName="/ppt/slideLayouts/slideLayout544.xml" ContentType="application/vnd.openxmlformats-officedocument.presentationml.slideLayout+xml"/>
  <Override PartName="/ppt/slideLayouts/slideLayout545.xml" ContentType="application/vnd.openxmlformats-officedocument.presentationml.slideLayout+xml"/>
  <Override PartName="/ppt/slideLayouts/slideLayout546.xml" ContentType="application/vnd.openxmlformats-officedocument.presentationml.slideLayout+xml"/>
  <Override PartName="/ppt/slideLayouts/slideLayout547.xml" ContentType="application/vnd.openxmlformats-officedocument.presentationml.slideLayout+xml"/>
  <Override PartName="/ppt/slideLayouts/slideLayout548.xml" ContentType="application/vnd.openxmlformats-officedocument.presentationml.slideLayout+xml"/>
  <Override PartName="/ppt/slideLayouts/slideLayout549.xml" ContentType="application/vnd.openxmlformats-officedocument.presentationml.slideLayout+xml"/>
  <Override PartName="/ppt/slideLayouts/slideLayout550.xml" ContentType="application/vnd.openxmlformats-officedocument.presentationml.slideLayout+xml"/>
  <Override PartName="/ppt/theme/theme50.xml" ContentType="application/vnd.openxmlformats-officedocument.theme+xml"/>
  <Override PartName="/ppt/slideLayouts/slideLayout551.xml" ContentType="application/vnd.openxmlformats-officedocument.presentationml.slideLayout+xml"/>
  <Override PartName="/ppt/slideLayouts/slideLayout552.xml" ContentType="application/vnd.openxmlformats-officedocument.presentationml.slideLayout+xml"/>
  <Override PartName="/ppt/slideLayouts/slideLayout553.xml" ContentType="application/vnd.openxmlformats-officedocument.presentationml.slideLayout+xml"/>
  <Override PartName="/ppt/slideLayouts/slideLayout554.xml" ContentType="application/vnd.openxmlformats-officedocument.presentationml.slideLayout+xml"/>
  <Override PartName="/ppt/slideLayouts/slideLayout555.xml" ContentType="application/vnd.openxmlformats-officedocument.presentationml.slideLayout+xml"/>
  <Override PartName="/ppt/slideLayouts/slideLayout556.xml" ContentType="application/vnd.openxmlformats-officedocument.presentationml.slideLayout+xml"/>
  <Override PartName="/ppt/slideLayouts/slideLayout557.xml" ContentType="application/vnd.openxmlformats-officedocument.presentationml.slideLayout+xml"/>
  <Override PartName="/ppt/slideLayouts/slideLayout558.xml" ContentType="application/vnd.openxmlformats-officedocument.presentationml.slideLayout+xml"/>
  <Override PartName="/ppt/slideLayouts/slideLayout559.xml" ContentType="application/vnd.openxmlformats-officedocument.presentationml.slideLayout+xml"/>
  <Override PartName="/ppt/slideLayouts/slideLayout560.xml" ContentType="application/vnd.openxmlformats-officedocument.presentationml.slideLayout+xml"/>
  <Override PartName="/ppt/slideLayouts/slideLayout561.xml" ContentType="application/vnd.openxmlformats-officedocument.presentationml.slideLayout+xml"/>
  <Override PartName="/ppt/theme/theme51.xml" ContentType="application/vnd.openxmlformats-officedocument.theme+xml"/>
  <Override PartName="/ppt/slideLayouts/slideLayout562.xml" ContentType="application/vnd.openxmlformats-officedocument.presentationml.slideLayout+xml"/>
  <Override PartName="/ppt/slideLayouts/slideLayout563.xml" ContentType="application/vnd.openxmlformats-officedocument.presentationml.slideLayout+xml"/>
  <Override PartName="/ppt/slideLayouts/slideLayout564.xml" ContentType="application/vnd.openxmlformats-officedocument.presentationml.slideLayout+xml"/>
  <Override PartName="/ppt/slideLayouts/slideLayout565.xml" ContentType="application/vnd.openxmlformats-officedocument.presentationml.slideLayout+xml"/>
  <Override PartName="/ppt/slideLayouts/slideLayout566.xml" ContentType="application/vnd.openxmlformats-officedocument.presentationml.slideLayout+xml"/>
  <Override PartName="/ppt/slideLayouts/slideLayout567.xml" ContentType="application/vnd.openxmlformats-officedocument.presentationml.slideLayout+xml"/>
  <Override PartName="/ppt/slideLayouts/slideLayout568.xml" ContentType="application/vnd.openxmlformats-officedocument.presentationml.slideLayout+xml"/>
  <Override PartName="/ppt/slideLayouts/slideLayout569.xml" ContentType="application/vnd.openxmlformats-officedocument.presentationml.slideLayout+xml"/>
  <Override PartName="/ppt/slideLayouts/slideLayout570.xml" ContentType="application/vnd.openxmlformats-officedocument.presentationml.slideLayout+xml"/>
  <Override PartName="/ppt/slideLayouts/slideLayout571.xml" ContentType="application/vnd.openxmlformats-officedocument.presentationml.slideLayout+xml"/>
  <Override PartName="/ppt/slideLayouts/slideLayout572.xml" ContentType="application/vnd.openxmlformats-officedocument.presentationml.slideLayout+xml"/>
  <Override PartName="/ppt/theme/theme52.xml" ContentType="application/vnd.openxmlformats-officedocument.theme+xml"/>
  <Override PartName="/ppt/slideLayouts/slideLayout573.xml" ContentType="application/vnd.openxmlformats-officedocument.presentationml.slideLayout+xml"/>
  <Override PartName="/ppt/slideLayouts/slideLayout574.xml" ContentType="application/vnd.openxmlformats-officedocument.presentationml.slideLayout+xml"/>
  <Override PartName="/ppt/slideLayouts/slideLayout575.xml" ContentType="application/vnd.openxmlformats-officedocument.presentationml.slideLayout+xml"/>
  <Override PartName="/ppt/slideLayouts/slideLayout576.xml" ContentType="application/vnd.openxmlformats-officedocument.presentationml.slideLayout+xml"/>
  <Override PartName="/ppt/slideLayouts/slideLayout577.xml" ContentType="application/vnd.openxmlformats-officedocument.presentationml.slideLayout+xml"/>
  <Override PartName="/ppt/slideLayouts/slideLayout578.xml" ContentType="application/vnd.openxmlformats-officedocument.presentationml.slideLayout+xml"/>
  <Override PartName="/ppt/slideLayouts/slideLayout579.xml" ContentType="application/vnd.openxmlformats-officedocument.presentationml.slideLayout+xml"/>
  <Override PartName="/ppt/slideLayouts/slideLayout580.xml" ContentType="application/vnd.openxmlformats-officedocument.presentationml.slideLayout+xml"/>
  <Override PartName="/ppt/slideLayouts/slideLayout581.xml" ContentType="application/vnd.openxmlformats-officedocument.presentationml.slideLayout+xml"/>
  <Override PartName="/ppt/slideLayouts/slideLayout582.xml" ContentType="application/vnd.openxmlformats-officedocument.presentationml.slideLayout+xml"/>
  <Override PartName="/ppt/slideLayouts/slideLayout583.xml" ContentType="application/vnd.openxmlformats-officedocument.presentationml.slideLayout+xml"/>
  <Override PartName="/ppt/theme/theme53.xml" ContentType="application/vnd.openxmlformats-officedocument.theme+xml"/>
  <Override PartName="/ppt/slideLayouts/slideLayout584.xml" ContentType="application/vnd.openxmlformats-officedocument.presentationml.slideLayout+xml"/>
  <Override PartName="/ppt/slideLayouts/slideLayout585.xml" ContentType="application/vnd.openxmlformats-officedocument.presentationml.slideLayout+xml"/>
  <Override PartName="/ppt/slideLayouts/slideLayout586.xml" ContentType="application/vnd.openxmlformats-officedocument.presentationml.slideLayout+xml"/>
  <Override PartName="/ppt/slideLayouts/slideLayout587.xml" ContentType="application/vnd.openxmlformats-officedocument.presentationml.slideLayout+xml"/>
  <Override PartName="/ppt/slideLayouts/slideLayout588.xml" ContentType="application/vnd.openxmlformats-officedocument.presentationml.slideLayout+xml"/>
  <Override PartName="/ppt/slideLayouts/slideLayout589.xml" ContentType="application/vnd.openxmlformats-officedocument.presentationml.slideLayout+xml"/>
  <Override PartName="/ppt/slideLayouts/slideLayout590.xml" ContentType="application/vnd.openxmlformats-officedocument.presentationml.slideLayout+xml"/>
  <Override PartName="/ppt/slideLayouts/slideLayout591.xml" ContentType="application/vnd.openxmlformats-officedocument.presentationml.slideLayout+xml"/>
  <Override PartName="/ppt/slideLayouts/slideLayout592.xml" ContentType="application/vnd.openxmlformats-officedocument.presentationml.slideLayout+xml"/>
  <Override PartName="/ppt/slideLayouts/slideLayout593.xml" ContentType="application/vnd.openxmlformats-officedocument.presentationml.slideLayout+xml"/>
  <Override PartName="/ppt/slideLayouts/slideLayout594.xml" ContentType="application/vnd.openxmlformats-officedocument.presentationml.slideLayout+xml"/>
  <Override PartName="/ppt/theme/theme54.xml" ContentType="application/vnd.openxmlformats-officedocument.theme+xml"/>
  <Override PartName="/ppt/slideLayouts/slideLayout595.xml" ContentType="application/vnd.openxmlformats-officedocument.presentationml.slideLayout+xml"/>
  <Override PartName="/ppt/slideLayouts/slideLayout596.xml" ContentType="application/vnd.openxmlformats-officedocument.presentationml.slideLayout+xml"/>
  <Override PartName="/ppt/slideLayouts/slideLayout597.xml" ContentType="application/vnd.openxmlformats-officedocument.presentationml.slideLayout+xml"/>
  <Override PartName="/ppt/slideLayouts/slideLayout598.xml" ContentType="application/vnd.openxmlformats-officedocument.presentationml.slideLayout+xml"/>
  <Override PartName="/ppt/slideLayouts/slideLayout599.xml" ContentType="application/vnd.openxmlformats-officedocument.presentationml.slideLayout+xml"/>
  <Override PartName="/ppt/slideLayouts/slideLayout600.xml" ContentType="application/vnd.openxmlformats-officedocument.presentationml.slideLayout+xml"/>
  <Override PartName="/ppt/slideLayouts/slideLayout601.xml" ContentType="application/vnd.openxmlformats-officedocument.presentationml.slideLayout+xml"/>
  <Override PartName="/ppt/slideLayouts/slideLayout602.xml" ContentType="application/vnd.openxmlformats-officedocument.presentationml.slideLayout+xml"/>
  <Override PartName="/ppt/slideLayouts/slideLayout603.xml" ContentType="application/vnd.openxmlformats-officedocument.presentationml.slideLayout+xml"/>
  <Override PartName="/ppt/slideLayouts/slideLayout604.xml" ContentType="application/vnd.openxmlformats-officedocument.presentationml.slideLayout+xml"/>
  <Override PartName="/ppt/slideLayouts/slideLayout605.xml" ContentType="application/vnd.openxmlformats-officedocument.presentationml.slideLayout+xml"/>
  <Override PartName="/ppt/theme/theme55.xml" ContentType="application/vnd.openxmlformats-officedocument.theme+xml"/>
  <Override PartName="/ppt/slideLayouts/slideLayout606.xml" ContentType="application/vnd.openxmlformats-officedocument.presentationml.slideLayout+xml"/>
  <Override PartName="/ppt/slideLayouts/slideLayout607.xml" ContentType="application/vnd.openxmlformats-officedocument.presentationml.slideLayout+xml"/>
  <Override PartName="/ppt/slideLayouts/slideLayout608.xml" ContentType="application/vnd.openxmlformats-officedocument.presentationml.slideLayout+xml"/>
  <Override PartName="/ppt/slideLayouts/slideLayout609.xml" ContentType="application/vnd.openxmlformats-officedocument.presentationml.slideLayout+xml"/>
  <Override PartName="/ppt/slideLayouts/slideLayout610.xml" ContentType="application/vnd.openxmlformats-officedocument.presentationml.slideLayout+xml"/>
  <Override PartName="/ppt/slideLayouts/slideLayout611.xml" ContentType="application/vnd.openxmlformats-officedocument.presentationml.slideLayout+xml"/>
  <Override PartName="/ppt/slideLayouts/slideLayout612.xml" ContentType="application/vnd.openxmlformats-officedocument.presentationml.slideLayout+xml"/>
  <Override PartName="/ppt/slideLayouts/slideLayout613.xml" ContentType="application/vnd.openxmlformats-officedocument.presentationml.slideLayout+xml"/>
  <Override PartName="/ppt/slideLayouts/slideLayout614.xml" ContentType="application/vnd.openxmlformats-officedocument.presentationml.slideLayout+xml"/>
  <Override PartName="/ppt/slideLayouts/slideLayout615.xml" ContentType="application/vnd.openxmlformats-officedocument.presentationml.slideLayout+xml"/>
  <Override PartName="/ppt/slideLayouts/slideLayout616.xml" ContentType="application/vnd.openxmlformats-officedocument.presentationml.slideLayout+xml"/>
  <Override PartName="/ppt/theme/theme56.xml" ContentType="application/vnd.openxmlformats-officedocument.theme+xml"/>
  <Override PartName="/ppt/slideLayouts/slideLayout617.xml" ContentType="application/vnd.openxmlformats-officedocument.presentationml.slideLayout+xml"/>
  <Override PartName="/ppt/slideLayouts/slideLayout618.xml" ContentType="application/vnd.openxmlformats-officedocument.presentationml.slideLayout+xml"/>
  <Override PartName="/ppt/slideLayouts/slideLayout619.xml" ContentType="application/vnd.openxmlformats-officedocument.presentationml.slideLayout+xml"/>
  <Override PartName="/ppt/slideLayouts/slideLayout620.xml" ContentType="application/vnd.openxmlformats-officedocument.presentationml.slideLayout+xml"/>
  <Override PartName="/ppt/slideLayouts/slideLayout621.xml" ContentType="application/vnd.openxmlformats-officedocument.presentationml.slideLayout+xml"/>
  <Override PartName="/ppt/slideLayouts/slideLayout622.xml" ContentType="application/vnd.openxmlformats-officedocument.presentationml.slideLayout+xml"/>
  <Override PartName="/ppt/slideLayouts/slideLayout623.xml" ContentType="application/vnd.openxmlformats-officedocument.presentationml.slideLayout+xml"/>
  <Override PartName="/ppt/slideLayouts/slideLayout624.xml" ContentType="application/vnd.openxmlformats-officedocument.presentationml.slideLayout+xml"/>
  <Override PartName="/ppt/slideLayouts/slideLayout625.xml" ContentType="application/vnd.openxmlformats-officedocument.presentationml.slideLayout+xml"/>
  <Override PartName="/ppt/slideLayouts/slideLayout626.xml" ContentType="application/vnd.openxmlformats-officedocument.presentationml.slideLayout+xml"/>
  <Override PartName="/ppt/slideLayouts/slideLayout627.xml" ContentType="application/vnd.openxmlformats-officedocument.presentationml.slideLayout+xml"/>
  <Override PartName="/ppt/theme/theme57.xml" ContentType="application/vnd.openxmlformats-officedocument.theme+xml"/>
  <Override PartName="/ppt/slideLayouts/slideLayout628.xml" ContentType="application/vnd.openxmlformats-officedocument.presentationml.slideLayout+xml"/>
  <Override PartName="/ppt/slideLayouts/slideLayout629.xml" ContentType="application/vnd.openxmlformats-officedocument.presentationml.slideLayout+xml"/>
  <Override PartName="/ppt/slideLayouts/slideLayout630.xml" ContentType="application/vnd.openxmlformats-officedocument.presentationml.slideLayout+xml"/>
  <Override PartName="/ppt/slideLayouts/slideLayout631.xml" ContentType="application/vnd.openxmlformats-officedocument.presentationml.slideLayout+xml"/>
  <Override PartName="/ppt/slideLayouts/slideLayout632.xml" ContentType="application/vnd.openxmlformats-officedocument.presentationml.slideLayout+xml"/>
  <Override PartName="/ppt/slideLayouts/slideLayout633.xml" ContentType="application/vnd.openxmlformats-officedocument.presentationml.slideLayout+xml"/>
  <Override PartName="/ppt/slideLayouts/slideLayout634.xml" ContentType="application/vnd.openxmlformats-officedocument.presentationml.slideLayout+xml"/>
  <Override PartName="/ppt/slideLayouts/slideLayout635.xml" ContentType="application/vnd.openxmlformats-officedocument.presentationml.slideLayout+xml"/>
  <Override PartName="/ppt/slideLayouts/slideLayout636.xml" ContentType="application/vnd.openxmlformats-officedocument.presentationml.slideLayout+xml"/>
  <Override PartName="/ppt/slideLayouts/slideLayout637.xml" ContentType="application/vnd.openxmlformats-officedocument.presentationml.slideLayout+xml"/>
  <Override PartName="/ppt/slideLayouts/slideLayout638.xml" ContentType="application/vnd.openxmlformats-officedocument.presentationml.slideLayout+xml"/>
  <Override PartName="/ppt/theme/theme58.xml" ContentType="application/vnd.openxmlformats-officedocument.theme+xml"/>
  <Override PartName="/ppt/slideLayouts/slideLayout639.xml" ContentType="application/vnd.openxmlformats-officedocument.presentationml.slideLayout+xml"/>
  <Override PartName="/ppt/slideLayouts/slideLayout640.xml" ContentType="application/vnd.openxmlformats-officedocument.presentationml.slideLayout+xml"/>
  <Override PartName="/ppt/slideLayouts/slideLayout641.xml" ContentType="application/vnd.openxmlformats-officedocument.presentationml.slideLayout+xml"/>
  <Override PartName="/ppt/slideLayouts/slideLayout642.xml" ContentType="application/vnd.openxmlformats-officedocument.presentationml.slideLayout+xml"/>
  <Override PartName="/ppt/slideLayouts/slideLayout643.xml" ContentType="application/vnd.openxmlformats-officedocument.presentationml.slideLayout+xml"/>
  <Override PartName="/ppt/slideLayouts/slideLayout644.xml" ContentType="application/vnd.openxmlformats-officedocument.presentationml.slideLayout+xml"/>
  <Override PartName="/ppt/slideLayouts/slideLayout645.xml" ContentType="application/vnd.openxmlformats-officedocument.presentationml.slideLayout+xml"/>
  <Override PartName="/ppt/slideLayouts/slideLayout646.xml" ContentType="application/vnd.openxmlformats-officedocument.presentationml.slideLayout+xml"/>
  <Override PartName="/ppt/slideLayouts/slideLayout647.xml" ContentType="application/vnd.openxmlformats-officedocument.presentationml.slideLayout+xml"/>
  <Override PartName="/ppt/slideLayouts/slideLayout648.xml" ContentType="application/vnd.openxmlformats-officedocument.presentationml.slideLayout+xml"/>
  <Override PartName="/ppt/slideLayouts/slideLayout649.xml" ContentType="application/vnd.openxmlformats-officedocument.presentationml.slideLayout+xml"/>
  <Override PartName="/ppt/theme/theme59.xml" ContentType="application/vnd.openxmlformats-officedocument.theme+xml"/>
  <Override PartName="/ppt/slideLayouts/slideLayout650.xml" ContentType="application/vnd.openxmlformats-officedocument.presentationml.slideLayout+xml"/>
  <Override PartName="/ppt/slideLayouts/slideLayout651.xml" ContentType="application/vnd.openxmlformats-officedocument.presentationml.slideLayout+xml"/>
  <Override PartName="/ppt/slideLayouts/slideLayout652.xml" ContentType="application/vnd.openxmlformats-officedocument.presentationml.slideLayout+xml"/>
  <Override PartName="/ppt/slideLayouts/slideLayout653.xml" ContentType="application/vnd.openxmlformats-officedocument.presentationml.slideLayout+xml"/>
  <Override PartName="/ppt/slideLayouts/slideLayout654.xml" ContentType="application/vnd.openxmlformats-officedocument.presentationml.slideLayout+xml"/>
  <Override PartName="/ppt/slideLayouts/slideLayout655.xml" ContentType="application/vnd.openxmlformats-officedocument.presentationml.slideLayout+xml"/>
  <Override PartName="/ppt/slideLayouts/slideLayout656.xml" ContentType="application/vnd.openxmlformats-officedocument.presentationml.slideLayout+xml"/>
  <Override PartName="/ppt/slideLayouts/slideLayout657.xml" ContentType="application/vnd.openxmlformats-officedocument.presentationml.slideLayout+xml"/>
  <Override PartName="/ppt/slideLayouts/slideLayout658.xml" ContentType="application/vnd.openxmlformats-officedocument.presentationml.slideLayout+xml"/>
  <Override PartName="/ppt/slideLayouts/slideLayout659.xml" ContentType="application/vnd.openxmlformats-officedocument.presentationml.slideLayout+xml"/>
  <Override PartName="/ppt/slideLayouts/slideLayout660.xml" ContentType="application/vnd.openxmlformats-officedocument.presentationml.slideLayout+xml"/>
  <Override PartName="/ppt/theme/theme60.xml" ContentType="application/vnd.openxmlformats-officedocument.theme+xml"/>
  <Override PartName="/ppt/slideLayouts/slideLayout661.xml" ContentType="application/vnd.openxmlformats-officedocument.presentationml.slideLayout+xml"/>
  <Override PartName="/ppt/slideLayouts/slideLayout662.xml" ContentType="application/vnd.openxmlformats-officedocument.presentationml.slideLayout+xml"/>
  <Override PartName="/ppt/slideLayouts/slideLayout663.xml" ContentType="application/vnd.openxmlformats-officedocument.presentationml.slideLayout+xml"/>
  <Override PartName="/ppt/slideLayouts/slideLayout664.xml" ContentType="application/vnd.openxmlformats-officedocument.presentationml.slideLayout+xml"/>
  <Override PartName="/ppt/slideLayouts/slideLayout665.xml" ContentType="application/vnd.openxmlformats-officedocument.presentationml.slideLayout+xml"/>
  <Override PartName="/ppt/slideLayouts/slideLayout666.xml" ContentType="application/vnd.openxmlformats-officedocument.presentationml.slideLayout+xml"/>
  <Override PartName="/ppt/slideLayouts/slideLayout667.xml" ContentType="application/vnd.openxmlformats-officedocument.presentationml.slideLayout+xml"/>
  <Override PartName="/ppt/slideLayouts/slideLayout668.xml" ContentType="application/vnd.openxmlformats-officedocument.presentationml.slideLayout+xml"/>
  <Override PartName="/ppt/slideLayouts/slideLayout669.xml" ContentType="application/vnd.openxmlformats-officedocument.presentationml.slideLayout+xml"/>
  <Override PartName="/ppt/slideLayouts/slideLayout670.xml" ContentType="application/vnd.openxmlformats-officedocument.presentationml.slideLayout+xml"/>
  <Override PartName="/ppt/slideLayouts/slideLayout671.xml" ContentType="application/vnd.openxmlformats-officedocument.presentationml.slideLayout+xml"/>
  <Override PartName="/ppt/theme/theme61.xml" ContentType="application/vnd.openxmlformats-officedocument.theme+xml"/>
  <Override PartName="/ppt/slideLayouts/slideLayout672.xml" ContentType="application/vnd.openxmlformats-officedocument.presentationml.slideLayout+xml"/>
  <Override PartName="/ppt/slideLayouts/slideLayout673.xml" ContentType="application/vnd.openxmlformats-officedocument.presentationml.slideLayout+xml"/>
  <Override PartName="/ppt/slideLayouts/slideLayout674.xml" ContentType="application/vnd.openxmlformats-officedocument.presentationml.slideLayout+xml"/>
  <Override PartName="/ppt/slideLayouts/slideLayout675.xml" ContentType="application/vnd.openxmlformats-officedocument.presentationml.slideLayout+xml"/>
  <Override PartName="/ppt/slideLayouts/slideLayout676.xml" ContentType="application/vnd.openxmlformats-officedocument.presentationml.slideLayout+xml"/>
  <Override PartName="/ppt/slideLayouts/slideLayout677.xml" ContentType="application/vnd.openxmlformats-officedocument.presentationml.slideLayout+xml"/>
  <Override PartName="/ppt/slideLayouts/slideLayout678.xml" ContentType="application/vnd.openxmlformats-officedocument.presentationml.slideLayout+xml"/>
  <Override PartName="/ppt/slideLayouts/slideLayout679.xml" ContentType="application/vnd.openxmlformats-officedocument.presentationml.slideLayout+xml"/>
  <Override PartName="/ppt/slideLayouts/slideLayout680.xml" ContentType="application/vnd.openxmlformats-officedocument.presentationml.slideLayout+xml"/>
  <Override PartName="/ppt/slideLayouts/slideLayout681.xml" ContentType="application/vnd.openxmlformats-officedocument.presentationml.slideLayout+xml"/>
  <Override PartName="/ppt/slideLayouts/slideLayout682.xml" ContentType="application/vnd.openxmlformats-officedocument.presentationml.slideLayout+xml"/>
  <Override PartName="/ppt/theme/theme62.xml" ContentType="application/vnd.openxmlformats-officedocument.theme+xml"/>
  <Override PartName="/ppt/slideLayouts/slideLayout683.xml" ContentType="application/vnd.openxmlformats-officedocument.presentationml.slideLayout+xml"/>
  <Override PartName="/ppt/slideLayouts/slideLayout684.xml" ContentType="application/vnd.openxmlformats-officedocument.presentationml.slideLayout+xml"/>
  <Override PartName="/ppt/slideLayouts/slideLayout685.xml" ContentType="application/vnd.openxmlformats-officedocument.presentationml.slideLayout+xml"/>
  <Override PartName="/ppt/slideLayouts/slideLayout686.xml" ContentType="application/vnd.openxmlformats-officedocument.presentationml.slideLayout+xml"/>
  <Override PartName="/ppt/slideLayouts/slideLayout687.xml" ContentType="application/vnd.openxmlformats-officedocument.presentationml.slideLayout+xml"/>
  <Override PartName="/ppt/slideLayouts/slideLayout688.xml" ContentType="application/vnd.openxmlformats-officedocument.presentationml.slideLayout+xml"/>
  <Override PartName="/ppt/slideLayouts/slideLayout689.xml" ContentType="application/vnd.openxmlformats-officedocument.presentationml.slideLayout+xml"/>
  <Override PartName="/ppt/slideLayouts/slideLayout690.xml" ContentType="application/vnd.openxmlformats-officedocument.presentationml.slideLayout+xml"/>
  <Override PartName="/ppt/slideLayouts/slideLayout691.xml" ContentType="application/vnd.openxmlformats-officedocument.presentationml.slideLayout+xml"/>
  <Override PartName="/ppt/slideLayouts/slideLayout692.xml" ContentType="application/vnd.openxmlformats-officedocument.presentationml.slideLayout+xml"/>
  <Override PartName="/ppt/slideLayouts/slideLayout693.xml" ContentType="application/vnd.openxmlformats-officedocument.presentationml.slideLayout+xml"/>
  <Override PartName="/ppt/theme/theme63.xml" ContentType="application/vnd.openxmlformats-officedocument.theme+xml"/>
  <Override PartName="/ppt/slideLayouts/slideLayout694.xml" ContentType="application/vnd.openxmlformats-officedocument.presentationml.slideLayout+xml"/>
  <Override PartName="/ppt/slideLayouts/slideLayout695.xml" ContentType="application/vnd.openxmlformats-officedocument.presentationml.slideLayout+xml"/>
  <Override PartName="/ppt/slideLayouts/slideLayout696.xml" ContentType="application/vnd.openxmlformats-officedocument.presentationml.slideLayout+xml"/>
  <Override PartName="/ppt/slideLayouts/slideLayout697.xml" ContentType="application/vnd.openxmlformats-officedocument.presentationml.slideLayout+xml"/>
  <Override PartName="/ppt/slideLayouts/slideLayout698.xml" ContentType="application/vnd.openxmlformats-officedocument.presentationml.slideLayout+xml"/>
  <Override PartName="/ppt/slideLayouts/slideLayout699.xml" ContentType="application/vnd.openxmlformats-officedocument.presentationml.slideLayout+xml"/>
  <Override PartName="/ppt/slideLayouts/slideLayout700.xml" ContentType="application/vnd.openxmlformats-officedocument.presentationml.slideLayout+xml"/>
  <Override PartName="/ppt/slideLayouts/slideLayout701.xml" ContentType="application/vnd.openxmlformats-officedocument.presentationml.slideLayout+xml"/>
  <Override PartName="/ppt/slideLayouts/slideLayout702.xml" ContentType="application/vnd.openxmlformats-officedocument.presentationml.slideLayout+xml"/>
  <Override PartName="/ppt/slideLayouts/slideLayout703.xml" ContentType="application/vnd.openxmlformats-officedocument.presentationml.slideLayout+xml"/>
  <Override PartName="/ppt/slideLayouts/slideLayout704.xml" ContentType="application/vnd.openxmlformats-officedocument.presentationml.slideLayout+xml"/>
  <Override PartName="/ppt/theme/theme64.xml" ContentType="application/vnd.openxmlformats-officedocument.theme+xml"/>
  <Override PartName="/ppt/slideLayouts/slideLayout705.xml" ContentType="application/vnd.openxmlformats-officedocument.presentationml.slideLayout+xml"/>
  <Override PartName="/ppt/slideLayouts/slideLayout706.xml" ContentType="application/vnd.openxmlformats-officedocument.presentationml.slideLayout+xml"/>
  <Override PartName="/ppt/slideLayouts/slideLayout707.xml" ContentType="application/vnd.openxmlformats-officedocument.presentationml.slideLayout+xml"/>
  <Override PartName="/ppt/slideLayouts/slideLayout708.xml" ContentType="application/vnd.openxmlformats-officedocument.presentationml.slideLayout+xml"/>
  <Override PartName="/ppt/slideLayouts/slideLayout709.xml" ContentType="application/vnd.openxmlformats-officedocument.presentationml.slideLayout+xml"/>
  <Override PartName="/ppt/slideLayouts/slideLayout710.xml" ContentType="application/vnd.openxmlformats-officedocument.presentationml.slideLayout+xml"/>
  <Override PartName="/ppt/slideLayouts/slideLayout711.xml" ContentType="application/vnd.openxmlformats-officedocument.presentationml.slideLayout+xml"/>
  <Override PartName="/ppt/slideLayouts/slideLayout712.xml" ContentType="application/vnd.openxmlformats-officedocument.presentationml.slideLayout+xml"/>
  <Override PartName="/ppt/slideLayouts/slideLayout713.xml" ContentType="application/vnd.openxmlformats-officedocument.presentationml.slideLayout+xml"/>
  <Override PartName="/ppt/slideLayouts/slideLayout714.xml" ContentType="application/vnd.openxmlformats-officedocument.presentationml.slideLayout+xml"/>
  <Override PartName="/ppt/slideLayouts/slideLayout715.xml" ContentType="application/vnd.openxmlformats-officedocument.presentationml.slideLayout+xml"/>
  <Override PartName="/ppt/theme/theme65.xml" ContentType="application/vnd.openxmlformats-officedocument.theme+xml"/>
  <Override PartName="/ppt/slideLayouts/slideLayout716.xml" ContentType="application/vnd.openxmlformats-officedocument.presentationml.slideLayout+xml"/>
  <Override PartName="/ppt/slideLayouts/slideLayout717.xml" ContentType="application/vnd.openxmlformats-officedocument.presentationml.slideLayout+xml"/>
  <Override PartName="/ppt/slideLayouts/slideLayout718.xml" ContentType="application/vnd.openxmlformats-officedocument.presentationml.slideLayout+xml"/>
  <Override PartName="/ppt/slideLayouts/slideLayout719.xml" ContentType="application/vnd.openxmlformats-officedocument.presentationml.slideLayout+xml"/>
  <Override PartName="/ppt/slideLayouts/slideLayout720.xml" ContentType="application/vnd.openxmlformats-officedocument.presentationml.slideLayout+xml"/>
  <Override PartName="/ppt/slideLayouts/slideLayout721.xml" ContentType="application/vnd.openxmlformats-officedocument.presentationml.slideLayout+xml"/>
  <Override PartName="/ppt/slideLayouts/slideLayout722.xml" ContentType="application/vnd.openxmlformats-officedocument.presentationml.slideLayout+xml"/>
  <Override PartName="/ppt/slideLayouts/slideLayout723.xml" ContentType="application/vnd.openxmlformats-officedocument.presentationml.slideLayout+xml"/>
  <Override PartName="/ppt/slideLayouts/slideLayout724.xml" ContentType="application/vnd.openxmlformats-officedocument.presentationml.slideLayout+xml"/>
  <Override PartName="/ppt/slideLayouts/slideLayout725.xml" ContentType="application/vnd.openxmlformats-officedocument.presentationml.slideLayout+xml"/>
  <Override PartName="/ppt/slideLayouts/slideLayout726.xml" ContentType="application/vnd.openxmlformats-officedocument.presentationml.slideLayout+xml"/>
  <Override PartName="/ppt/theme/theme66.xml" ContentType="application/vnd.openxmlformats-officedocument.theme+xml"/>
  <Override PartName="/ppt/slideLayouts/slideLayout727.xml" ContentType="application/vnd.openxmlformats-officedocument.presentationml.slideLayout+xml"/>
  <Override PartName="/ppt/slideLayouts/slideLayout728.xml" ContentType="application/vnd.openxmlformats-officedocument.presentationml.slideLayout+xml"/>
  <Override PartName="/ppt/slideLayouts/slideLayout729.xml" ContentType="application/vnd.openxmlformats-officedocument.presentationml.slideLayout+xml"/>
  <Override PartName="/ppt/slideLayouts/slideLayout730.xml" ContentType="application/vnd.openxmlformats-officedocument.presentationml.slideLayout+xml"/>
  <Override PartName="/ppt/slideLayouts/slideLayout731.xml" ContentType="application/vnd.openxmlformats-officedocument.presentationml.slideLayout+xml"/>
  <Override PartName="/ppt/slideLayouts/slideLayout732.xml" ContentType="application/vnd.openxmlformats-officedocument.presentationml.slideLayout+xml"/>
  <Override PartName="/ppt/slideLayouts/slideLayout733.xml" ContentType="application/vnd.openxmlformats-officedocument.presentationml.slideLayout+xml"/>
  <Override PartName="/ppt/slideLayouts/slideLayout734.xml" ContentType="application/vnd.openxmlformats-officedocument.presentationml.slideLayout+xml"/>
  <Override PartName="/ppt/slideLayouts/slideLayout735.xml" ContentType="application/vnd.openxmlformats-officedocument.presentationml.slideLayout+xml"/>
  <Override PartName="/ppt/slideLayouts/slideLayout736.xml" ContentType="application/vnd.openxmlformats-officedocument.presentationml.slideLayout+xml"/>
  <Override PartName="/ppt/slideLayouts/slideLayout737.xml" ContentType="application/vnd.openxmlformats-officedocument.presentationml.slideLayout+xml"/>
  <Override PartName="/ppt/theme/theme67.xml" ContentType="application/vnd.openxmlformats-officedocument.theme+xml"/>
  <Override PartName="/ppt/slideLayouts/slideLayout738.xml" ContentType="application/vnd.openxmlformats-officedocument.presentationml.slideLayout+xml"/>
  <Override PartName="/ppt/slideLayouts/slideLayout739.xml" ContentType="application/vnd.openxmlformats-officedocument.presentationml.slideLayout+xml"/>
  <Override PartName="/ppt/slideLayouts/slideLayout740.xml" ContentType="application/vnd.openxmlformats-officedocument.presentationml.slideLayout+xml"/>
  <Override PartName="/ppt/slideLayouts/slideLayout741.xml" ContentType="application/vnd.openxmlformats-officedocument.presentationml.slideLayout+xml"/>
  <Override PartName="/ppt/slideLayouts/slideLayout742.xml" ContentType="application/vnd.openxmlformats-officedocument.presentationml.slideLayout+xml"/>
  <Override PartName="/ppt/slideLayouts/slideLayout743.xml" ContentType="application/vnd.openxmlformats-officedocument.presentationml.slideLayout+xml"/>
  <Override PartName="/ppt/slideLayouts/slideLayout744.xml" ContentType="application/vnd.openxmlformats-officedocument.presentationml.slideLayout+xml"/>
  <Override PartName="/ppt/slideLayouts/slideLayout745.xml" ContentType="application/vnd.openxmlformats-officedocument.presentationml.slideLayout+xml"/>
  <Override PartName="/ppt/slideLayouts/slideLayout746.xml" ContentType="application/vnd.openxmlformats-officedocument.presentationml.slideLayout+xml"/>
  <Override PartName="/ppt/slideLayouts/slideLayout747.xml" ContentType="application/vnd.openxmlformats-officedocument.presentationml.slideLayout+xml"/>
  <Override PartName="/ppt/slideLayouts/slideLayout748.xml" ContentType="application/vnd.openxmlformats-officedocument.presentationml.slideLayout+xml"/>
  <Override PartName="/ppt/theme/theme68.xml" ContentType="application/vnd.openxmlformats-officedocument.theme+xml"/>
  <Override PartName="/ppt/slideLayouts/slideLayout749.xml" ContentType="application/vnd.openxmlformats-officedocument.presentationml.slideLayout+xml"/>
  <Override PartName="/ppt/slideLayouts/slideLayout750.xml" ContentType="application/vnd.openxmlformats-officedocument.presentationml.slideLayout+xml"/>
  <Override PartName="/ppt/slideLayouts/slideLayout751.xml" ContentType="application/vnd.openxmlformats-officedocument.presentationml.slideLayout+xml"/>
  <Override PartName="/ppt/slideLayouts/slideLayout752.xml" ContentType="application/vnd.openxmlformats-officedocument.presentationml.slideLayout+xml"/>
  <Override PartName="/ppt/slideLayouts/slideLayout753.xml" ContentType="application/vnd.openxmlformats-officedocument.presentationml.slideLayout+xml"/>
  <Override PartName="/ppt/slideLayouts/slideLayout754.xml" ContentType="application/vnd.openxmlformats-officedocument.presentationml.slideLayout+xml"/>
  <Override PartName="/ppt/slideLayouts/slideLayout755.xml" ContentType="application/vnd.openxmlformats-officedocument.presentationml.slideLayout+xml"/>
  <Override PartName="/ppt/slideLayouts/slideLayout756.xml" ContentType="application/vnd.openxmlformats-officedocument.presentationml.slideLayout+xml"/>
  <Override PartName="/ppt/slideLayouts/slideLayout757.xml" ContentType="application/vnd.openxmlformats-officedocument.presentationml.slideLayout+xml"/>
  <Override PartName="/ppt/slideLayouts/slideLayout758.xml" ContentType="application/vnd.openxmlformats-officedocument.presentationml.slideLayout+xml"/>
  <Override PartName="/ppt/slideLayouts/slideLayout759.xml" ContentType="application/vnd.openxmlformats-officedocument.presentationml.slideLayout+xml"/>
  <Override PartName="/ppt/theme/theme69.xml" ContentType="application/vnd.openxmlformats-officedocument.theme+xml"/>
  <Override PartName="/ppt/slideLayouts/slideLayout760.xml" ContentType="application/vnd.openxmlformats-officedocument.presentationml.slideLayout+xml"/>
  <Override PartName="/ppt/slideLayouts/slideLayout761.xml" ContentType="application/vnd.openxmlformats-officedocument.presentationml.slideLayout+xml"/>
  <Override PartName="/ppt/slideLayouts/slideLayout762.xml" ContentType="application/vnd.openxmlformats-officedocument.presentationml.slideLayout+xml"/>
  <Override PartName="/ppt/slideLayouts/slideLayout763.xml" ContentType="application/vnd.openxmlformats-officedocument.presentationml.slideLayout+xml"/>
  <Override PartName="/ppt/slideLayouts/slideLayout764.xml" ContentType="application/vnd.openxmlformats-officedocument.presentationml.slideLayout+xml"/>
  <Override PartName="/ppt/slideLayouts/slideLayout765.xml" ContentType="application/vnd.openxmlformats-officedocument.presentationml.slideLayout+xml"/>
  <Override PartName="/ppt/slideLayouts/slideLayout766.xml" ContentType="application/vnd.openxmlformats-officedocument.presentationml.slideLayout+xml"/>
  <Override PartName="/ppt/slideLayouts/slideLayout767.xml" ContentType="application/vnd.openxmlformats-officedocument.presentationml.slideLayout+xml"/>
  <Override PartName="/ppt/slideLayouts/slideLayout768.xml" ContentType="application/vnd.openxmlformats-officedocument.presentationml.slideLayout+xml"/>
  <Override PartName="/ppt/slideLayouts/slideLayout769.xml" ContentType="application/vnd.openxmlformats-officedocument.presentationml.slideLayout+xml"/>
  <Override PartName="/ppt/slideLayouts/slideLayout770.xml" ContentType="application/vnd.openxmlformats-officedocument.presentationml.slideLayout+xml"/>
  <Override PartName="/ppt/theme/theme70.xml" ContentType="application/vnd.openxmlformats-officedocument.theme+xml"/>
  <Override PartName="/ppt/slideLayouts/slideLayout771.xml" ContentType="application/vnd.openxmlformats-officedocument.presentationml.slideLayout+xml"/>
  <Override PartName="/ppt/slideLayouts/slideLayout772.xml" ContentType="application/vnd.openxmlformats-officedocument.presentationml.slideLayout+xml"/>
  <Override PartName="/ppt/slideLayouts/slideLayout773.xml" ContentType="application/vnd.openxmlformats-officedocument.presentationml.slideLayout+xml"/>
  <Override PartName="/ppt/slideLayouts/slideLayout774.xml" ContentType="application/vnd.openxmlformats-officedocument.presentationml.slideLayout+xml"/>
  <Override PartName="/ppt/slideLayouts/slideLayout775.xml" ContentType="application/vnd.openxmlformats-officedocument.presentationml.slideLayout+xml"/>
  <Override PartName="/ppt/slideLayouts/slideLayout776.xml" ContentType="application/vnd.openxmlformats-officedocument.presentationml.slideLayout+xml"/>
  <Override PartName="/ppt/slideLayouts/slideLayout777.xml" ContentType="application/vnd.openxmlformats-officedocument.presentationml.slideLayout+xml"/>
  <Override PartName="/ppt/slideLayouts/slideLayout778.xml" ContentType="application/vnd.openxmlformats-officedocument.presentationml.slideLayout+xml"/>
  <Override PartName="/ppt/slideLayouts/slideLayout779.xml" ContentType="application/vnd.openxmlformats-officedocument.presentationml.slideLayout+xml"/>
  <Override PartName="/ppt/slideLayouts/slideLayout780.xml" ContentType="application/vnd.openxmlformats-officedocument.presentationml.slideLayout+xml"/>
  <Override PartName="/ppt/slideLayouts/slideLayout781.xml" ContentType="application/vnd.openxmlformats-officedocument.presentationml.slideLayout+xml"/>
  <Override PartName="/ppt/theme/theme71.xml" ContentType="application/vnd.openxmlformats-officedocument.theme+xml"/>
  <Override PartName="/ppt/slideLayouts/slideLayout782.xml" ContentType="application/vnd.openxmlformats-officedocument.presentationml.slideLayout+xml"/>
  <Override PartName="/ppt/slideLayouts/slideLayout783.xml" ContentType="application/vnd.openxmlformats-officedocument.presentationml.slideLayout+xml"/>
  <Override PartName="/ppt/slideLayouts/slideLayout784.xml" ContentType="application/vnd.openxmlformats-officedocument.presentationml.slideLayout+xml"/>
  <Override PartName="/ppt/slideLayouts/slideLayout785.xml" ContentType="application/vnd.openxmlformats-officedocument.presentationml.slideLayout+xml"/>
  <Override PartName="/ppt/slideLayouts/slideLayout786.xml" ContentType="application/vnd.openxmlformats-officedocument.presentationml.slideLayout+xml"/>
  <Override PartName="/ppt/slideLayouts/slideLayout787.xml" ContentType="application/vnd.openxmlformats-officedocument.presentationml.slideLayout+xml"/>
  <Override PartName="/ppt/slideLayouts/slideLayout788.xml" ContentType="application/vnd.openxmlformats-officedocument.presentationml.slideLayout+xml"/>
  <Override PartName="/ppt/slideLayouts/slideLayout789.xml" ContentType="application/vnd.openxmlformats-officedocument.presentationml.slideLayout+xml"/>
  <Override PartName="/ppt/slideLayouts/slideLayout790.xml" ContentType="application/vnd.openxmlformats-officedocument.presentationml.slideLayout+xml"/>
  <Override PartName="/ppt/slideLayouts/slideLayout791.xml" ContentType="application/vnd.openxmlformats-officedocument.presentationml.slideLayout+xml"/>
  <Override PartName="/ppt/slideLayouts/slideLayout792.xml" ContentType="application/vnd.openxmlformats-officedocument.presentationml.slideLayout+xml"/>
  <Override PartName="/ppt/theme/theme72.xml" ContentType="application/vnd.openxmlformats-officedocument.theme+xml"/>
  <Override PartName="/ppt/theme/theme73.xml" ContentType="application/vnd.openxmlformats-officedocument.theme+xml"/>
  <Override PartName="/ppt/theme/theme7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1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2.xml" ContentType="application/vnd.openxmlformats-officedocument.presentationml.notesSlide+xml"/>
  <Override PartName="/ppt/tags/tag90.xml" ContentType="application/vnd.openxmlformats-officedocument.presentationml.tags+xml"/>
  <Override PartName="/ppt/notesSlides/notesSlide3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20" r:id="rId7"/>
    <p:sldMasterId id="2147483732" r:id="rId8"/>
    <p:sldMasterId id="2147483744" r:id="rId9"/>
    <p:sldMasterId id="2147483756" r:id="rId10"/>
    <p:sldMasterId id="2147483768" r:id="rId11"/>
    <p:sldMasterId id="2147483780" r:id="rId12"/>
    <p:sldMasterId id="2147483792" r:id="rId13"/>
    <p:sldMasterId id="2147483804" r:id="rId14"/>
    <p:sldMasterId id="2147483816" r:id="rId15"/>
    <p:sldMasterId id="2147483828" r:id="rId16"/>
    <p:sldMasterId id="2147483840" r:id="rId17"/>
    <p:sldMasterId id="2147483852" r:id="rId18"/>
    <p:sldMasterId id="2147483864" r:id="rId19"/>
    <p:sldMasterId id="2147483876" r:id="rId20"/>
    <p:sldMasterId id="2147483888" r:id="rId21"/>
    <p:sldMasterId id="2147483900" r:id="rId22"/>
    <p:sldMasterId id="2147483912" r:id="rId23"/>
    <p:sldMasterId id="2147483924" r:id="rId24"/>
    <p:sldMasterId id="2147483936" r:id="rId25"/>
    <p:sldMasterId id="2147483948" r:id="rId26"/>
    <p:sldMasterId id="2147483960" r:id="rId27"/>
    <p:sldMasterId id="2147483972" r:id="rId28"/>
    <p:sldMasterId id="2147483984" r:id="rId29"/>
    <p:sldMasterId id="2147483996" r:id="rId30"/>
    <p:sldMasterId id="2147484008" r:id="rId31"/>
    <p:sldMasterId id="2147484020" r:id="rId32"/>
    <p:sldMasterId id="2147484032" r:id="rId33"/>
    <p:sldMasterId id="2147484044" r:id="rId34"/>
    <p:sldMasterId id="2147484056" r:id="rId35"/>
    <p:sldMasterId id="2147484068" r:id="rId36"/>
    <p:sldMasterId id="2147484080" r:id="rId37"/>
    <p:sldMasterId id="2147484092" r:id="rId38"/>
    <p:sldMasterId id="2147484104" r:id="rId39"/>
    <p:sldMasterId id="2147484116" r:id="rId40"/>
    <p:sldMasterId id="2147484128" r:id="rId41"/>
    <p:sldMasterId id="2147484140" r:id="rId42"/>
    <p:sldMasterId id="2147484152" r:id="rId43"/>
    <p:sldMasterId id="2147484164" r:id="rId44"/>
    <p:sldMasterId id="2147484176" r:id="rId45"/>
    <p:sldMasterId id="2147484188" r:id="rId46"/>
    <p:sldMasterId id="2147484200" r:id="rId47"/>
    <p:sldMasterId id="2147484212" r:id="rId48"/>
    <p:sldMasterId id="2147484224" r:id="rId49"/>
    <p:sldMasterId id="2147484236" r:id="rId50"/>
    <p:sldMasterId id="2147484248" r:id="rId51"/>
    <p:sldMasterId id="2147484260" r:id="rId52"/>
    <p:sldMasterId id="2147484272" r:id="rId53"/>
    <p:sldMasterId id="2147484284" r:id="rId54"/>
    <p:sldMasterId id="2147484296" r:id="rId55"/>
    <p:sldMasterId id="2147484308" r:id="rId56"/>
    <p:sldMasterId id="2147484320" r:id="rId57"/>
    <p:sldMasterId id="2147484332" r:id="rId58"/>
    <p:sldMasterId id="2147484344" r:id="rId59"/>
    <p:sldMasterId id="2147484356" r:id="rId60"/>
    <p:sldMasterId id="2147484368" r:id="rId61"/>
    <p:sldMasterId id="2147484380" r:id="rId62"/>
    <p:sldMasterId id="2147484392" r:id="rId63"/>
    <p:sldMasterId id="2147484404" r:id="rId64"/>
    <p:sldMasterId id="2147484416" r:id="rId65"/>
    <p:sldMasterId id="2147484428" r:id="rId66"/>
    <p:sldMasterId id="2147484440" r:id="rId67"/>
    <p:sldMasterId id="2147484452" r:id="rId68"/>
    <p:sldMasterId id="2147484464" r:id="rId69"/>
    <p:sldMasterId id="2147484476" r:id="rId70"/>
    <p:sldMasterId id="2147484488" r:id="rId71"/>
    <p:sldMasterId id="2147484500" r:id="rId72"/>
  </p:sldMasterIdLst>
  <p:notesMasterIdLst>
    <p:notesMasterId r:id="rId148"/>
  </p:notesMasterIdLst>
  <p:handoutMasterIdLst>
    <p:handoutMasterId r:id="rId149"/>
  </p:handoutMasterIdLst>
  <p:sldIdLst>
    <p:sldId id="256" r:id="rId73"/>
    <p:sldId id="1338" r:id="rId74"/>
    <p:sldId id="557" r:id="rId75"/>
    <p:sldId id="1448" r:id="rId76"/>
    <p:sldId id="1449" r:id="rId77"/>
    <p:sldId id="1450" r:id="rId78"/>
    <p:sldId id="960" r:id="rId79"/>
    <p:sldId id="1560" r:id="rId80"/>
    <p:sldId id="1561" r:id="rId81"/>
    <p:sldId id="1562" r:id="rId82"/>
    <p:sldId id="961" r:id="rId83"/>
    <p:sldId id="1563" r:id="rId84"/>
    <p:sldId id="962" r:id="rId85"/>
    <p:sldId id="1564" r:id="rId86"/>
    <p:sldId id="1565" r:id="rId87"/>
    <p:sldId id="964" r:id="rId88"/>
    <p:sldId id="1566" r:id="rId89"/>
    <p:sldId id="1567" r:id="rId90"/>
    <p:sldId id="963" r:id="rId91"/>
    <p:sldId id="1569" r:id="rId92"/>
    <p:sldId id="1570" r:id="rId93"/>
    <p:sldId id="1677" r:id="rId94"/>
    <p:sldId id="1678" r:id="rId95"/>
    <p:sldId id="1679" r:id="rId96"/>
    <p:sldId id="1680" r:id="rId97"/>
    <p:sldId id="1681" r:id="rId98"/>
    <p:sldId id="1682" r:id="rId99"/>
    <p:sldId id="1683" r:id="rId100"/>
    <p:sldId id="1684" r:id="rId101"/>
    <p:sldId id="1685" r:id="rId102"/>
    <p:sldId id="1686" r:id="rId103"/>
    <p:sldId id="1687" r:id="rId104"/>
    <p:sldId id="1688" r:id="rId105"/>
    <p:sldId id="1689" r:id="rId106"/>
    <p:sldId id="1690" r:id="rId107"/>
    <p:sldId id="1691" r:id="rId108"/>
    <p:sldId id="1795" r:id="rId109"/>
    <p:sldId id="1798" r:id="rId110"/>
    <p:sldId id="1796" r:id="rId111"/>
    <p:sldId id="1797" r:id="rId112"/>
    <p:sldId id="1799" r:id="rId113"/>
    <p:sldId id="1800" r:id="rId114"/>
    <p:sldId id="1801" r:id="rId115"/>
    <p:sldId id="1802" r:id="rId116"/>
    <p:sldId id="1803" r:id="rId117"/>
    <p:sldId id="1804" r:id="rId118"/>
    <p:sldId id="1805" r:id="rId119"/>
    <p:sldId id="1806" r:id="rId120"/>
    <p:sldId id="1807" r:id="rId121"/>
    <p:sldId id="1808" r:id="rId122"/>
    <p:sldId id="1809" r:id="rId123"/>
    <p:sldId id="1810" r:id="rId124"/>
    <p:sldId id="1811" r:id="rId125"/>
    <p:sldId id="1812" r:id="rId126"/>
    <p:sldId id="1813" r:id="rId127"/>
    <p:sldId id="1814" r:id="rId128"/>
    <p:sldId id="1815" r:id="rId129"/>
    <p:sldId id="1816" r:id="rId130"/>
    <p:sldId id="1817" r:id="rId131"/>
    <p:sldId id="1818" r:id="rId132"/>
    <p:sldId id="1820" r:id="rId133"/>
    <p:sldId id="1819" r:id="rId134"/>
    <p:sldId id="1821" r:id="rId135"/>
    <p:sldId id="1822" r:id="rId136"/>
    <p:sldId id="1823" r:id="rId137"/>
    <p:sldId id="1824" r:id="rId138"/>
    <p:sldId id="1825" r:id="rId139"/>
    <p:sldId id="1826" r:id="rId140"/>
    <p:sldId id="1827" r:id="rId141"/>
    <p:sldId id="1828" r:id="rId142"/>
    <p:sldId id="1829" r:id="rId143"/>
    <p:sldId id="1830" r:id="rId144"/>
    <p:sldId id="1834" r:id="rId145"/>
    <p:sldId id="1835" r:id="rId146"/>
    <p:sldId id="1836" r:id="rId147"/>
  </p:sldIdLst>
  <p:sldSz cx="9144000" cy="6858000" type="screen4x3"/>
  <p:notesSz cx="6858000" cy="9144000"/>
  <p:custDataLst>
    <p:tags r:id="rId150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海波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97" d="100"/>
          <a:sy n="97" d="100"/>
        </p:scale>
        <p:origin x="1041" y="54"/>
      </p:cViewPr>
      <p:guideLst>
        <p:guide orient="horz" pos="222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45.xml"/><Relationship Id="rId21" Type="http://schemas.openxmlformats.org/officeDocument/2006/relationships/slideMaster" Target="slideMasters/slideMaster21.xml"/><Relationship Id="rId42" Type="http://schemas.openxmlformats.org/officeDocument/2006/relationships/slideMaster" Target="slideMasters/slideMaster42.xml"/><Relationship Id="rId63" Type="http://schemas.openxmlformats.org/officeDocument/2006/relationships/slideMaster" Target="slideMasters/slideMaster63.xml"/><Relationship Id="rId84" Type="http://schemas.openxmlformats.org/officeDocument/2006/relationships/slide" Target="slides/slide12.xml"/><Relationship Id="rId138" Type="http://schemas.openxmlformats.org/officeDocument/2006/relationships/slide" Target="slides/slide66.xml"/><Relationship Id="rId107" Type="http://schemas.openxmlformats.org/officeDocument/2006/relationships/slide" Target="slides/slide35.xml"/><Relationship Id="rId11" Type="http://schemas.openxmlformats.org/officeDocument/2006/relationships/slideMaster" Target="slideMasters/slideMaster11.xml"/><Relationship Id="rId32" Type="http://schemas.openxmlformats.org/officeDocument/2006/relationships/slideMaster" Target="slideMasters/slideMaster32.xml"/><Relationship Id="rId53" Type="http://schemas.openxmlformats.org/officeDocument/2006/relationships/slideMaster" Target="slideMasters/slideMaster53.xml"/><Relationship Id="rId74" Type="http://schemas.openxmlformats.org/officeDocument/2006/relationships/slide" Target="slides/slide2.xml"/><Relationship Id="rId128" Type="http://schemas.openxmlformats.org/officeDocument/2006/relationships/slide" Target="slides/slide56.xml"/><Relationship Id="rId149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95" Type="http://schemas.openxmlformats.org/officeDocument/2006/relationships/slide" Target="slides/slide23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43" Type="http://schemas.openxmlformats.org/officeDocument/2006/relationships/slideMaster" Target="slideMasters/slideMaster43.xml"/><Relationship Id="rId48" Type="http://schemas.openxmlformats.org/officeDocument/2006/relationships/slideMaster" Target="slideMasters/slideMaster48.xml"/><Relationship Id="rId64" Type="http://schemas.openxmlformats.org/officeDocument/2006/relationships/slideMaster" Target="slideMasters/slideMaster64.xml"/><Relationship Id="rId69" Type="http://schemas.openxmlformats.org/officeDocument/2006/relationships/slideMaster" Target="slideMasters/slideMaster69.xml"/><Relationship Id="rId113" Type="http://schemas.openxmlformats.org/officeDocument/2006/relationships/slide" Target="slides/slide41.xml"/><Relationship Id="rId118" Type="http://schemas.openxmlformats.org/officeDocument/2006/relationships/slide" Target="slides/slide46.xml"/><Relationship Id="rId134" Type="http://schemas.openxmlformats.org/officeDocument/2006/relationships/slide" Target="slides/slide62.xml"/><Relationship Id="rId139" Type="http://schemas.openxmlformats.org/officeDocument/2006/relationships/slide" Target="slides/slide67.xml"/><Relationship Id="rId80" Type="http://schemas.openxmlformats.org/officeDocument/2006/relationships/slide" Target="slides/slide8.xml"/><Relationship Id="rId85" Type="http://schemas.openxmlformats.org/officeDocument/2006/relationships/slide" Target="slides/slide13.xml"/><Relationship Id="rId150" Type="http://schemas.openxmlformats.org/officeDocument/2006/relationships/tags" Target="tags/tag1.xml"/><Relationship Id="rId155" Type="http://schemas.openxmlformats.org/officeDocument/2006/relationships/tableStyles" Target="tableStyles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33" Type="http://schemas.openxmlformats.org/officeDocument/2006/relationships/slideMaster" Target="slideMasters/slideMaster33.xml"/><Relationship Id="rId38" Type="http://schemas.openxmlformats.org/officeDocument/2006/relationships/slideMaster" Target="slideMasters/slideMaster38.xml"/><Relationship Id="rId59" Type="http://schemas.openxmlformats.org/officeDocument/2006/relationships/slideMaster" Target="slideMasters/slideMaster59.xml"/><Relationship Id="rId103" Type="http://schemas.openxmlformats.org/officeDocument/2006/relationships/slide" Target="slides/slide31.xml"/><Relationship Id="rId108" Type="http://schemas.openxmlformats.org/officeDocument/2006/relationships/slide" Target="slides/slide36.xml"/><Relationship Id="rId124" Type="http://schemas.openxmlformats.org/officeDocument/2006/relationships/slide" Target="slides/slide52.xml"/><Relationship Id="rId129" Type="http://schemas.openxmlformats.org/officeDocument/2006/relationships/slide" Target="slides/slide57.xml"/><Relationship Id="rId54" Type="http://schemas.openxmlformats.org/officeDocument/2006/relationships/slideMaster" Target="slideMasters/slideMaster54.xml"/><Relationship Id="rId70" Type="http://schemas.openxmlformats.org/officeDocument/2006/relationships/slideMaster" Target="slideMasters/slideMaster70.xml"/><Relationship Id="rId75" Type="http://schemas.openxmlformats.org/officeDocument/2006/relationships/slide" Target="slides/slide3.xml"/><Relationship Id="rId91" Type="http://schemas.openxmlformats.org/officeDocument/2006/relationships/slide" Target="slides/slide19.xml"/><Relationship Id="rId96" Type="http://schemas.openxmlformats.org/officeDocument/2006/relationships/slide" Target="slides/slide24.xml"/><Relationship Id="rId140" Type="http://schemas.openxmlformats.org/officeDocument/2006/relationships/slide" Target="slides/slide68.xml"/><Relationship Id="rId145" Type="http://schemas.openxmlformats.org/officeDocument/2006/relationships/slide" Target="slides/slide7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49" Type="http://schemas.openxmlformats.org/officeDocument/2006/relationships/slideMaster" Target="slideMasters/slideMaster49.xml"/><Relationship Id="rId114" Type="http://schemas.openxmlformats.org/officeDocument/2006/relationships/slide" Target="slides/slide42.xml"/><Relationship Id="rId119" Type="http://schemas.openxmlformats.org/officeDocument/2006/relationships/slide" Target="slides/slide47.xml"/><Relationship Id="rId44" Type="http://schemas.openxmlformats.org/officeDocument/2006/relationships/slideMaster" Target="slideMasters/slideMaster44.xml"/><Relationship Id="rId60" Type="http://schemas.openxmlformats.org/officeDocument/2006/relationships/slideMaster" Target="slideMasters/slideMaster60.xml"/><Relationship Id="rId65" Type="http://schemas.openxmlformats.org/officeDocument/2006/relationships/slideMaster" Target="slideMasters/slideMaster65.xml"/><Relationship Id="rId81" Type="http://schemas.openxmlformats.org/officeDocument/2006/relationships/slide" Target="slides/slide9.xml"/><Relationship Id="rId86" Type="http://schemas.openxmlformats.org/officeDocument/2006/relationships/slide" Target="slides/slide14.xml"/><Relationship Id="rId130" Type="http://schemas.openxmlformats.org/officeDocument/2006/relationships/slide" Target="slides/slide58.xml"/><Relationship Id="rId135" Type="http://schemas.openxmlformats.org/officeDocument/2006/relationships/slide" Target="slides/slide63.xml"/><Relationship Id="rId151" Type="http://schemas.openxmlformats.org/officeDocument/2006/relationships/commentAuthors" Target="commentAuthors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Master" Target="slideMasters/slideMaster39.xml"/><Relationship Id="rId109" Type="http://schemas.openxmlformats.org/officeDocument/2006/relationships/slide" Target="slides/slide37.xml"/><Relationship Id="rId34" Type="http://schemas.openxmlformats.org/officeDocument/2006/relationships/slideMaster" Target="slideMasters/slideMaster34.xml"/><Relationship Id="rId50" Type="http://schemas.openxmlformats.org/officeDocument/2006/relationships/slideMaster" Target="slideMasters/slideMaster50.xml"/><Relationship Id="rId55" Type="http://schemas.openxmlformats.org/officeDocument/2006/relationships/slideMaster" Target="slideMasters/slideMaster55.xml"/><Relationship Id="rId76" Type="http://schemas.openxmlformats.org/officeDocument/2006/relationships/slide" Target="slides/slide4.xml"/><Relationship Id="rId97" Type="http://schemas.openxmlformats.org/officeDocument/2006/relationships/slide" Target="slides/slide25.xml"/><Relationship Id="rId104" Type="http://schemas.openxmlformats.org/officeDocument/2006/relationships/slide" Target="slides/slide32.xml"/><Relationship Id="rId120" Type="http://schemas.openxmlformats.org/officeDocument/2006/relationships/slide" Target="slides/slide48.xml"/><Relationship Id="rId125" Type="http://schemas.openxmlformats.org/officeDocument/2006/relationships/slide" Target="slides/slide53.xml"/><Relationship Id="rId141" Type="http://schemas.openxmlformats.org/officeDocument/2006/relationships/slide" Target="slides/slide69.xml"/><Relationship Id="rId146" Type="http://schemas.openxmlformats.org/officeDocument/2006/relationships/slide" Target="slides/slide74.xml"/><Relationship Id="rId7" Type="http://schemas.openxmlformats.org/officeDocument/2006/relationships/slideMaster" Target="slideMasters/slideMaster7.xml"/><Relationship Id="rId71" Type="http://schemas.openxmlformats.org/officeDocument/2006/relationships/slideMaster" Target="slideMasters/slideMaster71.xml"/><Relationship Id="rId92" Type="http://schemas.openxmlformats.org/officeDocument/2006/relationships/slide" Target="slides/slide20.xml"/><Relationship Id="rId2" Type="http://schemas.openxmlformats.org/officeDocument/2006/relationships/slideMaster" Target="slideMasters/slideMaster2.xml"/><Relationship Id="rId29" Type="http://schemas.openxmlformats.org/officeDocument/2006/relationships/slideMaster" Target="slideMasters/slideMaster29.xml"/><Relationship Id="rId24" Type="http://schemas.openxmlformats.org/officeDocument/2006/relationships/slideMaster" Target="slideMasters/slideMaster24.xml"/><Relationship Id="rId40" Type="http://schemas.openxmlformats.org/officeDocument/2006/relationships/slideMaster" Target="slideMasters/slideMaster40.xml"/><Relationship Id="rId45" Type="http://schemas.openxmlformats.org/officeDocument/2006/relationships/slideMaster" Target="slideMasters/slideMaster45.xml"/><Relationship Id="rId66" Type="http://schemas.openxmlformats.org/officeDocument/2006/relationships/slideMaster" Target="slideMasters/slideMaster66.xml"/><Relationship Id="rId87" Type="http://schemas.openxmlformats.org/officeDocument/2006/relationships/slide" Target="slides/slide15.xml"/><Relationship Id="rId110" Type="http://schemas.openxmlformats.org/officeDocument/2006/relationships/slide" Target="slides/slide38.xml"/><Relationship Id="rId115" Type="http://schemas.openxmlformats.org/officeDocument/2006/relationships/slide" Target="slides/slide43.xml"/><Relationship Id="rId131" Type="http://schemas.openxmlformats.org/officeDocument/2006/relationships/slide" Target="slides/slide59.xml"/><Relationship Id="rId136" Type="http://schemas.openxmlformats.org/officeDocument/2006/relationships/slide" Target="slides/slide64.xml"/><Relationship Id="rId61" Type="http://schemas.openxmlformats.org/officeDocument/2006/relationships/slideMaster" Target="slideMasters/slideMaster61.xml"/><Relationship Id="rId82" Type="http://schemas.openxmlformats.org/officeDocument/2006/relationships/slide" Target="slides/slide10.xml"/><Relationship Id="rId152" Type="http://schemas.openxmlformats.org/officeDocument/2006/relationships/presProps" Target="presProps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56" Type="http://schemas.openxmlformats.org/officeDocument/2006/relationships/slideMaster" Target="slideMasters/slideMaster56.xml"/><Relationship Id="rId77" Type="http://schemas.openxmlformats.org/officeDocument/2006/relationships/slide" Target="slides/slide5.xml"/><Relationship Id="rId100" Type="http://schemas.openxmlformats.org/officeDocument/2006/relationships/slide" Target="slides/slide28.xml"/><Relationship Id="rId105" Type="http://schemas.openxmlformats.org/officeDocument/2006/relationships/slide" Target="slides/slide33.xml"/><Relationship Id="rId126" Type="http://schemas.openxmlformats.org/officeDocument/2006/relationships/slide" Target="slides/slide54.xml"/><Relationship Id="rId147" Type="http://schemas.openxmlformats.org/officeDocument/2006/relationships/slide" Target="slides/slide75.xml"/><Relationship Id="rId8" Type="http://schemas.openxmlformats.org/officeDocument/2006/relationships/slideMaster" Target="slideMasters/slideMaster8.xml"/><Relationship Id="rId51" Type="http://schemas.openxmlformats.org/officeDocument/2006/relationships/slideMaster" Target="slideMasters/slideMaster51.xml"/><Relationship Id="rId72" Type="http://schemas.openxmlformats.org/officeDocument/2006/relationships/slideMaster" Target="slideMasters/slideMaster72.xml"/><Relationship Id="rId93" Type="http://schemas.openxmlformats.org/officeDocument/2006/relationships/slide" Target="slides/slide21.xml"/><Relationship Id="rId98" Type="http://schemas.openxmlformats.org/officeDocument/2006/relationships/slide" Target="slides/slide26.xml"/><Relationship Id="rId121" Type="http://schemas.openxmlformats.org/officeDocument/2006/relationships/slide" Target="slides/slide49.xml"/><Relationship Id="rId142" Type="http://schemas.openxmlformats.org/officeDocument/2006/relationships/slide" Target="slides/slide70.xml"/><Relationship Id="rId3" Type="http://schemas.openxmlformats.org/officeDocument/2006/relationships/slideMaster" Target="slideMasters/slideMaster3.xml"/><Relationship Id="rId25" Type="http://schemas.openxmlformats.org/officeDocument/2006/relationships/slideMaster" Target="slideMasters/slideMaster25.xml"/><Relationship Id="rId46" Type="http://schemas.openxmlformats.org/officeDocument/2006/relationships/slideMaster" Target="slideMasters/slideMaster46.xml"/><Relationship Id="rId67" Type="http://schemas.openxmlformats.org/officeDocument/2006/relationships/slideMaster" Target="slideMasters/slideMaster67.xml"/><Relationship Id="rId116" Type="http://schemas.openxmlformats.org/officeDocument/2006/relationships/slide" Target="slides/slide44.xml"/><Relationship Id="rId137" Type="http://schemas.openxmlformats.org/officeDocument/2006/relationships/slide" Target="slides/slide65.xml"/><Relationship Id="rId20" Type="http://schemas.openxmlformats.org/officeDocument/2006/relationships/slideMaster" Target="slideMasters/slideMaster20.xml"/><Relationship Id="rId41" Type="http://schemas.openxmlformats.org/officeDocument/2006/relationships/slideMaster" Target="slideMasters/slideMaster41.xml"/><Relationship Id="rId62" Type="http://schemas.openxmlformats.org/officeDocument/2006/relationships/slideMaster" Target="slideMasters/slideMaster62.xml"/><Relationship Id="rId83" Type="http://schemas.openxmlformats.org/officeDocument/2006/relationships/slide" Target="slides/slide11.xml"/><Relationship Id="rId88" Type="http://schemas.openxmlformats.org/officeDocument/2006/relationships/slide" Target="slides/slide16.xml"/><Relationship Id="rId111" Type="http://schemas.openxmlformats.org/officeDocument/2006/relationships/slide" Target="slides/slide39.xml"/><Relationship Id="rId132" Type="http://schemas.openxmlformats.org/officeDocument/2006/relationships/slide" Target="slides/slide60.xml"/><Relationship Id="rId153" Type="http://schemas.openxmlformats.org/officeDocument/2006/relationships/viewProps" Target="viewProps.xml"/><Relationship Id="rId15" Type="http://schemas.openxmlformats.org/officeDocument/2006/relationships/slideMaster" Target="slideMasters/slideMaster15.xml"/><Relationship Id="rId36" Type="http://schemas.openxmlformats.org/officeDocument/2006/relationships/slideMaster" Target="slideMasters/slideMaster36.xml"/><Relationship Id="rId57" Type="http://schemas.openxmlformats.org/officeDocument/2006/relationships/slideMaster" Target="slideMasters/slideMaster57.xml"/><Relationship Id="rId106" Type="http://schemas.openxmlformats.org/officeDocument/2006/relationships/slide" Target="slides/slide34.xml"/><Relationship Id="rId127" Type="http://schemas.openxmlformats.org/officeDocument/2006/relationships/slide" Target="slides/slide55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52" Type="http://schemas.openxmlformats.org/officeDocument/2006/relationships/slideMaster" Target="slideMasters/slideMaster52.xml"/><Relationship Id="rId73" Type="http://schemas.openxmlformats.org/officeDocument/2006/relationships/slide" Target="slides/slide1.xml"/><Relationship Id="rId78" Type="http://schemas.openxmlformats.org/officeDocument/2006/relationships/slide" Target="slides/slide6.xml"/><Relationship Id="rId94" Type="http://schemas.openxmlformats.org/officeDocument/2006/relationships/slide" Target="slides/slide22.xml"/><Relationship Id="rId99" Type="http://schemas.openxmlformats.org/officeDocument/2006/relationships/slide" Target="slides/slide27.xml"/><Relationship Id="rId101" Type="http://schemas.openxmlformats.org/officeDocument/2006/relationships/slide" Target="slides/slide29.xml"/><Relationship Id="rId122" Type="http://schemas.openxmlformats.org/officeDocument/2006/relationships/slide" Target="slides/slide50.xml"/><Relationship Id="rId143" Type="http://schemas.openxmlformats.org/officeDocument/2006/relationships/slide" Target="slides/slide71.xml"/><Relationship Id="rId148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26" Type="http://schemas.openxmlformats.org/officeDocument/2006/relationships/slideMaster" Target="slideMasters/slideMaster26.xml"/><Relationship Id="rId47" Type="http://schemas.openxmlformats.org/officeDocument/2006/relationships/slideMaster" Target="slideMasters/slideMaster47.xml"/><Relationship Id="rId68" Type="http://schemas.openxmlformats.org/officeDocument/2006/relationships/slideMaster" Target="slideMasters/slideMaster68.xml"/><Relationship Id="rId89" Type="http://schemas.openxmlformats.org/officeDocument/2006/relationships/slide" Target="slides/slide17.xml"/><Relationship Id="rId112" Type="http://schemas.openxmlformats.org/officeDocument/2006/relationships/slide" Target="slides/slide40.xml"/><Relationship Id="rId133" Type="http://schemas.openxmlformats.org/officeDocument/2006/relationships/slide" Target="slides/slide61.xml"/><Relationship Id="rId154" Type="http://schemas.openxmlformats.org/officeDocument/2006/relationships/theme" Target="theme/theme1.xml"/><Relationship Id="rId16" Type="http://schemas.openxmlformats.org/officeDocument/2006/relationships/slideMaster" Target="slideMasters/slideMaster16.xml"/><Relationship Id="rId37" Type="http://schemas.openxmlformats.org/officeDocument/2006/relationships/slideMaster" Target="slideMasters/slideMaster37.xml"/><Relationship Id="rId58" Type="http://schemas.openxmlformats.org/officeDocument/2006/relationships/slideMaster" Target="slideMasters/slideMaster58.xml"/><Relationship Id="rId79" Type="http://schemas.openxmlformats.org/officeDocument/2006/relationships/slide" Target="slides/slide7.xml"/><Relationship Id="rId102" Type="http://schemas.openxmlformats.org/officeDocument/2006/relationships/slide" Target="slides/slide30.xml"/><Relationship Id="rId123" Type="http://schemas.openxmlformats.org/officeDocument/2006/relationships/slide" Target="slides/slide51.xml"/><Relationship Id="rId144" Type="http://schemas.openxmlformats.org/officeDocument/2006/relationships/slide" Target="slides/slide72.xml"/><Relationship Id="rId90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5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5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6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6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6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6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6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7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7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7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7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7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7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4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4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4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7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8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4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4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9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0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0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5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0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5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5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5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5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5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5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8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5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8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9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5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9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9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9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0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6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0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0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6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6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6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6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6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6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6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6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9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9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9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0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7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0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0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0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7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7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7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7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7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7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7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3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3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3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image" Target="../media/image3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3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image" Target="../media/image3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Relationship Id="rId14" Type="http://schemas.openxmlformats.org/officeDocument/2006/relationships/image" Target="../media/image3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Relationship Id="rId14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Relationship Id="rId14" Type="http://schemas.openxmlformats.org/officeDocument/2006/relationships/image" Target="../media/image3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Relationship Id="rId14" Type="http://schemas.openxmlformats.org/officeDocument/2006/relationships/image" Target="../media/image3.png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2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61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5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55.xml"/><Relationship Id="rId6" Type="http://schemas.openxmlformats.org/officeDocument/2006/relationships/slideLayout" Target="../slideLayouts/slideLayout160.xml"/><Relationship Id="rId11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59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58.xml"/><Relationship Id="rId9" Type="http://schemas.openxmlformats.org/officeDocument/2006/relationships/slideLayout" Target="../slideLayouts/slideLayout163.xml"/><Relationship Id="rId14" Type="http://schemas.openxmlformats.org/officeDocument/2006/relationships/image" Target="../media/image3.png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3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72.xml"/><Relationship Id="rId12" Type="http://schemas.openxmlformats.org/officeDocument/2006/relationships/theme" Target="../theme/theme16.xml"/><Relationship Id="rId2" Type="http://schemas.openxmlformats.org/officeDocument/2006/relationships/slideLayout" Target="../slideLayouts/slideLayout16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66.xml"/><Relationship Id="rId6" Type="http://schemas.openxmlformats.org/officeDocument/2006/relationships/slideLayout" Target="../slideLayouts/slideLayout171.xml"/><Relationship Id="rId11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70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75.xml"/><Relationship Id="rId4" Type="http://schemas.openxmlformats.org/officeDocument/2006/relationships/slideLayout" Target="../slideLayouts/slideLayout169.xml"/><Relationship Id="rId9" Type="http://schemas.openxmlformats.org/officeDocument/2006/relationships/slideLayout" Target="../slideLayouts/slideLayout174.xml"/><Relationship Id="rId14" Type="http://schemas.openxmlformats.org/officeDocument/2006/relationships/image" Target="../media/image3.png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4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79.xml"/><Relationship Id="rId7" Type="http://schemas.openxmlformats.org/officeDocument/2006/relationships/slideLayout" Target="../slideLayouts/slideLayout183.xml"/><Relationship Id="rId12" Type="http://schemas.openxmlformats.org/officeDocument/2006/relationships/theme" Target="../theme/theme17.xml"/><Relationship Id="rId2" Type="http://schemas.openxmlformats.org/officeDocument/2006/relationships/slideLayout" Target="../slideLayouts/slideLayout17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77.xml"/><Relationship Id="rId6" Type="http://schemas.openxmlformats.org/officeDocument/2006/relationships/slideLayout" Target="../slideLayouts/slideLayout182.xml"/><Relationship Id="rId11" Type="http://schemas.openxmlformats.org/officeDocument/2006/relationships/slideLayout" Target="../slideLayouts/slideLayout187.xml"/><Relationship Id="rId5" Type="http://schemas.openxmlformats.org/officeDocument/2006/relationships/slideLayout" Target="../slideLayouts/slideLayout181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86.xml"/><Relationship Id="rId4" Type="http://schemas.openxmlformats.org/officeDocument/2006/relationships/slideLayout" Target="../slideLayouts/slideLayout180.xml"/><Relationship Id="rId9" Type="http://schemas.openxmlformats.org/officeDocument/2006/relationships/slideLayout" Target="../slideLayouts/slideLayout185.xml"/><Relationship Id="rId14" Type="http://schemas.openxmlformats.org/officeDocument/2006/relationships/image" Target="../media/image3.png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5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4.xml"/><Relationship Id="rId12" Type="http://schemas.openxmlformats.org/officeDocument/2006/relationships/theme" Target="../theme/theme18.xml"/><Relationship Id="rId2" Type="http://schemas.openxmlformats.org/officeDocument/2006/relationships/slideLayout" Target="../slideLayouts/slideLayout189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93.xml"/><Relationship Id="rId11" Type="http://schemas.openxmlformats.org/officeDocument/2006/relationships/slideLayout" Target="../slideLayouts/slideLayout198.xml"/><Relationship Id="rId5" Type="http://schemas.openxmlformats.org/officeDocument/2006/relationships/slideLayout" Target="../slideLayouts/slideLayout192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6.xml"/><Relationship Id="rId14" Type="http://schemas.openxmlformats.org/officeDocument/2006/relationships/image" Target="../media/image3.png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6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01.xml"/><Relationship Id="rId7" Type="http://schemas.openxmlformats.org/officeDocument/2006/relationships/slideLayout" Target="../slideLayouts/slideLayout205.xml"/><Relationship Id="rId12" Type="http://schemas.openxmlformats.org/officeDocument/2006/relationships/theme" Target="../theme/theme19.xml"/><Relationship Id="rId2" Type="http://schemas.openxmlformats.org/officeDocument/2006/relationships/slideLayout" Target="../slideLayouts/slideLayout200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99.xml"/><Relationship Id="rId6" Type="http://schemas.openxmlformats.org/officeDocument/2006/relationships/slideLayout" Target="../slideLayouts/slideLayout204.xml"/><Relationship Id="rId11" Type="http://schemas.openxmlformats.org/officeDocument/2006/relationships/slideLayout" Target="../slideLayouts/slideLayout209.xml"/><Relationship Id="rId5" Type="http://schemas.openxmlformats.org/officeDocument/2006/relationships/slideLayout" Target="../slideLayouts/slideLayout203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08.xml"/><Relationship Id="rId4" Type="http://schemas.openxmlformats.org/officeDocument/2006/relationships/slideLayout" Target="../slideLayouts/slideLayout202.xml"/><Relationship Id="rId9" Type="http://schemas.openxmlformats.org/officeDocument/2006/relationships/slideLayout" Target="../slideLayouts/slideLayout207.xml"/><Relationship Id="rId14" Type="http://schemas.openxmlformats.org/officeDocument/2006/relationships/image" Target="../media/image3.png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7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12.xml"/><Relationship Id="rId7" Type="http://schemas.openxmlformats.org/officeDocument/2006/relationships/slideLayout" Target="../slideLayouts/slideLayout216.xml"/><Relationship Id="rId12" Type="http://schemas.openxmlformats.org/officeDocument/2006/relationships/theme" Target="../theme/theme20.xml"/><Relationship Id="rId2" Type="http://schemas.openxmlformats.org/officeDocument/2006/relationships/slideLayout" Target="../slideLayouts/slideLayout211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10.xml"/><Relationship Id="rId6" Type="http://schemas.openxmlformats.org/officeDocument/2006/relationships/slideLayout" Target="../slideLayouts/slideLayout215.xml"/><Relationship Id="rId11" Type="http://schemas.openxmlformats.org/officeDocument/2006/relationships/slideLayout" Target="../slideLayouts/slideLayout220.xml"/><Relationship Id="rId5" Type="http://schemas.openxmlformats.org/officeDocument/2006/relationships/slideLayout" Target="../slideLayouts/slideLayout214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19.xml"/><Relationship Id="rId4" Type="http://schemas.openxmlformats.org/officeDocument/2006/relationships/slideLayout" Target="../slideLayouts/slideLayout213.xml"/><Relationship Id="rId9" Type="http://schemas.openxmlformats.org/officeDocument/2006/relationships/slideLayout" Target="../slideLayouts/slideLayout218.xml"/><Relationship Id="rId14" Type="http://schemas.openxmlformats.org/officeDocument/2006/relationships/image" Target="../media/image3.png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23.xml"/><Relationship Id="rId7" Type="http://schemas.openxmlformats.org/officeDocument/2006/relationships/slideLayout" Target="../slideLayouts/slideLayout227.xml"/><Relationship Id="rId12" Type="http://schemas.openxmlformats.org/officeDocument/2006/relationships/theme" Target="../theme/theme21.xml"/><Relationship Id="rId2" Type="http://schemas.openxmlformats.org/officeDocument/2006/relationships/slideLayout" Target="../slideLayouts/slideLayout22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21.xml"/><Relationship Id="rId6" Type="http://schemas.openxmlformats.org/officeDocument/2006/relationships/slideLayout" Target="../slideLayouts/slideLayout226.xml"/><Relationship Id="rId11" Type="http://schemas.openxmlformats.org/officeDocument/2006/relationships/slideLayout" Target="../slideLayouts/slideLayout231.xml"/><Relationship Id="rId5" Type="http://schemas.openxmlformats.org/officeDocument/2006/relationships/slideLayout" Target="../slideLayouts/slideLayout22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30.xml"/><Relationship Id="rId4" Type="http://schemas.openxmlformats.org/officeDocument/2006/relationships/slideLayout" Target="../slideLayouts/slideLayout224.xml"/><Relationship Id="rId9" Type="http://schemas.openxmlformats.org/officeDocument/2006/relationships/slideLayout" Target="../slideLayouts/slideLayout229.xml"/><Relationship Id="rId14" Type="http://schemas.openxmlformats.org/officeDocument/2006/relationships/image" Target="../media/image3.png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34.xml"/><Relationship Id="rId7" Type="http://schemas.openxmlformats.org/officeDocument/2006/relationships/slideLayout" Target="../slideLayouts/slideLayout238.xml"/><Relationship Id="rId12" Type="http://schemas.openxmlformats.org/officeDocument/2006/relationships/theme" Target="../theme/theme22.xml"/><Relationship Id="rId2" Type="http://schemas.openxmlformats.org/officeDocument/2006/relationships/slideLayout" Target="../slideLayouts/slideLayout23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32.xml"/><Relationship Id="rId6" Type="http://schemas.openxmlformats.org/officeDocument/2006/relationships/slideLayout" Target="../slideLayouts/slideLayout237.xml"/><Relationship Id="rId11" Type="http://schemas.openxmlformats.org/officeDocument/2006/relationships/slideLayout" Target="../slideLayouts/slideLayout242.xml"/><Relationship Id="rId5" Type="http://schemas.openxmlformats.org/officeDocument/2006/relationships/slideLayout" Target="../slideLayouts/slideLayout23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41.xml"/><Relationship Id="rId4" Type="http://schemas.openxmlformats.org/officeDocument/2006/relationships/slideLayout" Target="../slideLayouts/slideLayout235.xml"/><Relationship Id="rId9" Type="http://schemas.openxmlformats.org/officeDocument/2006/relationships/slideLayout" Target="../slideLayouts/slideLayout240.xml"/><Relationship Id="rId14" Type="http://schemas.openxmlformats.org/officeDocument/2006/relationships/image" Target="../media/image3.png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45.xml"/><Relationship Id="rId7" Type="http://schemas.openxmlformats.org/officeDocument/2006/relationships/slideLayout" Target="../slideLayouts/slideLayout249.xml"/><Relationship Id="rId12" Type="http://schemas.openxmlformats.org/officeDocument/2006/relationships/theme" Target="../theme/theme23.xml"/><Relationship Id="rId2" Type="http://schemas.openxmlformats.org/officeDocument/2006/relationships/slideLayout" Target="../slideLayouts/slideLayout24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43.xml"/><Relationship Id="rId6" Type="http://schemas.openxmlformats.org/officeDocument/2006/relationships/slideLayout" Target="../slideLayouts/slideLayout248.xml"/><Relationship Id="rId11" Type="http://schemas.openxmlformats.org/officeDocument/2006/relationships/slideLayout" Target="../slideLayouts/slideLayout253.xml"/><Relationship Id="rId5" Type="http://schemas.openxmlformats.org/officeDocument/2006/relationships/slideLayout" Target="../slideLayouts/slideLayout24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52.xml"/><Relationship Id="rId4" Type="http://schemas.openxmlformats.org/officeDocument/2006/relationships/slideLayout" Target="../slideLayouts/slideLayout246.xml"/><Relationship Id="rId9" Type="http://schemas.openxmlformats.org/officeDocument/2006/relationships/slideLayout" Target="../slideLayouts/slideLayout251.xml"/><Relationship Id="rId14" Type="http://schemas.openxmlformats.org/officeDocument/2006/relationships/image" Target="../media/image3.png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56.xml"/><Relationship Id="rId7" Type="http://schemas.openxmlformats.org/officeDocument/2006/relationships/slideLayout" Target="../slideLayouts/slideLayout260.xml"/><Relationship Id="rId12" Type="http://schemas.openxmlformats.org/officeDocument/2006/relationships/theme" Target="../theme/theme24.xml"/><Relationship Id="rId2" Type="http://schemas.openxmlformats.org/officeDocument/2006/relationships/slideLayout" Target="../slideLayouts/slideLayout25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54.xml"/><Relationship Id="rId6" Type="http://schemas.openxmlformats.org/officeDocument/2006/relationships/slideLayout" Target="../slideLayouts/slideLayout259.xml"/><Relationship Id="rId11" Type="http://schemas.openxmlformats.org/officeDocument/2006/relationships/slideLayout" Target="../slideLayouts/slideLayout264.xml"/><Relationship Id="rId5" Type="http://schemas.openxmlformats.org/officeDocument/2006/relationships/slideLayout" Target="../slideLayouts/slideLayout25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63.xml"/><Relationship Id="rId4" Type="http://schemas.openxmlformats.org/officeDocument/2006/relationships/slideLayout" Target="../slideLayouts/slideLayout257.xml"/><Relationship Id="rId9" Type="http://schemas.openxmlformats.org/officeDocument/2006/relationships/slideLayout" Target="../slideLayouts/slideLayout262.xml"/><Relationship Id="rId14" Type="http://schemas.openxmlformats.org/officeDocument/2006/relationships/image" Target="../media/image3.png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2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67.xml"/><Relationship Id="rId7" Type="http://schemas.openxmlformats.org/officeDocument/2006/relationships/slideLayout" Target="../slideLayouts/slideLayout271.xml"/><Relationship Id="rId12" Type="http://schemas.openxmlformats.org/officeDocument/2006/relationships/theme" Target="../theme/theme25.xml"/><Relationship Id="rId2" Type="http://schemas.openxmlformats.org/officeDocument/2006/relationships/slideLayout" Target="../slideLayouts/slideLayout26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65.xml"/><Relationship Id="rId6" Type="http://schemas.openxmlformats.org/officeDocument/2006/relationships/slideLayout" Target="../slideLayouts/slideLayout270.xml"/><Relationship Id="rId11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69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68.xml"/><Relationship Id="rId9" Type="http://schemas.openxmlformats.org/officeDocument/2006/relationships/slideLayout" Target="../slideLayouts/slideLayout273.xml"/><Relationship Id="rId14" Type="http://schemas.openxmlformats.org/officeDocument/2006/relationships/image" Target="../media/image3.png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3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78.xml"/><Relationship Id="rId7" Type="http://schemas.openxmlformats.org/officeDocument/2006/relationships/slideLayout" Target="../slideLayouts/slideLayout282.xml"/><Relationship Id="rId12" Type="http://schemas.openxmlformats.org/officeDocument/2006/relationships/theme" Target="../theme/theme26.xml"/><Relationship Id="rId2" Type="http://schemas.openxmlformats.org/officeDocument/2006/relationships/slideLayout" Target="../slideLayouts/slideLayout27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6.xml"/><Relationship Id="rId5" Type="http://schemas.openxmlformats.org/officeDocument/2006/relationships/slideLayout" Target="../slideLayouts/slideLayout280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85.xml"/><Relationship Id="rId4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4.xml"/><Relationship Id="rId14" Type="http://schemas.openxmlformats.org/officeDocument/2006/relationships/image" Target="../media/image3.png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4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89.xml"/><Relationship Id="rId7" Type="http://schemas.openxmlformats.org/officeDocument/2006/relationships/slideLayout" Target="../slideLayouts/slideLayout293.xml"/><Relationship Id="rId12" Type="http://schemas.openxmlformats.org/officeDocument/2006/relationships/theme" Target="../theme/theme27.xml"/><Relationship Id="rId2" Type="http://schemas.openxmlformats.org/officeDocument/2006/relationships/slideLayout" Target="../slideLayouts/slideLayout28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87.xml"/><Relationship Id="rId6" Type="http://schemas.openxmlformats.org/officeDocument/2006/relationships/slideLayout" Target="../slideLayouts/slideLayout292.xml"/><Relationship Id="rId11" Type="http://schemas.openxmlformats.org/officeDocument/2006/relationships/slideLayout" Target="../slideLayouts/slideLayout297.xml"/><Relationship Id="rId5" Type="http://schemas.openxmlformats.org/officeDocument/2006/relationships/slideLayout" Target="../slideLayouts/slideLayout291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96.xml"/><Relationship Id="rId4" Type="http://schemas.openxmlformats.org/officeDocument/2006/relationships/slideLayout" Target="../slideLayouts/slideLayout290.xml"/><Relationship Id="rId9" Type="http://schemas.openxmlformats.org/officeDocument/2006/relationships/slideLayout" Target="../slideLayouts/slideLayout295.xml"/><Relationship Id="rId14" Type="http://schemas.openxmlformats.org/officeDocument/2006/relationships/image" Target="../media/image3.png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5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00.xml"/><Relationship Id="rId7" Type="http://schemas.openxmlformats.org/officeDocument/2006/relationships/slideLayout" Target="../slideLayouts/slideLayout304.xml"/><Relationship Id="rId12" Type="http://schemas.openxmlformats.org/officeDocument/2006/relationships/theme" Target="../theme/theme28.xml"/><Relationship Id="rId2" Type="http://schemas.openxmlformats.org/officeDocument/2006/relationships/slideLayout" Target="../slideLayouts/slideLayout299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98.xml"/><Relationship Id="rId6" Type="http://schemas.openxmlformats.org/officeDocument/2006/relationships/slideLayout" Target="../slideLayouts/slideLayout303.xml"/><Relationship Id="rId11" Type="http://schemas.openxmlformats.org/officeDocument/2006/relationships/slideLayout" Target="../slideLayouts/slideLayout308.xml"/><Relationship Id="rId5" Type="http://schemas.openxmlformats.org/officeDocument/2006/relationships/slideLayout" Target="../slideLayouts/slideLayout302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07.xml"/><Relationship Id="rId4" Type="http://schemas.openxmlformats.org/officeDocument/2006/relationships/slideLayout" Target="../slideLayouts/slideLayout301.xml"/><Relationship Id="rId9" Type="http://schemas.openxmlformats.org/officeDocument/2006/relationships/slideLayout" Target="../slideLayouts/slideLayout306.xml"/><Relationship Id="rId14" Type="http://schemas.openxmlformats.org/officeDocument/2006/relationships/image" Target="../media/image3.png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6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11.xml"/><Relationship Id="rId7" Type="http://schemas.openxmlformats.org/officeDocument/2006/relationships/slideLayout" Target="../slideLayouts/slideLayout315.xml"/><Relationship Id="rId12" Type="http://schemas.openxmlformats.org/officeDocument/2006/relationships/theme" Target="../theme/theme29.xml"/><Relationship Id="rId2" Type="http://schemas.openxmlformats.org/officeDocument/2006/relationships/slideLayout" Target="../slideLayouts/slideLayout310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09.xml"/><Relationship Id="rId6" Type="http://schemas.openxmlformats.org/officeDocument/2006/relationships/slideLayout" Target="../slideLayouts/slideLayout314.xml"/><Relationship Id="rId11" Type="http://schemas.openxmlformats.org/officeDocument/2006/relationships/slideLayout" Target="../slideLayouts/slideLayout319.xml"/><Relationship Id="rId5" Type="http://schemas.openxmlformats.org/officeDocument/2006/relationships/slideLayout" Target="../slideLayouts/slideLayout313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18.xml"/><Relationship Id="rId4" Type="http://schemas.openxmlformats.org/officeDocument/2006/relationships/slideLayout" Target="../slideLayouts/slideLayout312.xml"/><Relationship Id="rId9" Type="http://schemas.openxmlformats.org/officeDocument/2006/relationships/slideLayout" Target="../slideLayouts/slideLayout317.xml"/><Relationship Id="rId14" Type="http://schemas.openxmlformats.org/officeDocument/2006/relationships/image" Target="../media/image3.png"/></Relationships>
</file>

<file path=ppt/slideMasters/_rels/slideMaster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7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22.xml"/><Relationship Id="rId7" Type="http://schemas.openxmlformats.org/officeDocument/2006/relationships/slideLayout" Target="../slideLayouts/slideLayout326.xml"/><Relationship Id="rId12" Type="http://schemas.openxmlformats.org/officeDocument/2006/relationships/theme" Target="../theme/theme30.xml"/><Relationship Id="rId2" Type="http://schemas.openxmlformats.org/officeDocument/2006/relationships/slideLayout" Target="../slideLayouts/slideLayout321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20.xml"/><Relationship Id="rId6" Type="http://schemas.openxmlformats.org/officeDocument/2006/relationships/slideLayout" Target="../slideLayouts/slideLayout325.xml"/><Relationship Id="rId11" Type="http://schemas.openxmlformats.org/officeDocument/2006/relationships/slideLayout" Target="../slideLayouts/slideLayout330.xml"/><Relationship Id="rId5" Type="http://schemas.openxmlformats.org/officeDocument/2006/relationships/slideLayout" Target="../slideLayouts/slideLayout324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29.xml"/><Relationship Id="rId4" Type="http://schemas.openxmlformats.org/officeDocument/2006/relationships/slideLayout" Target="../slideLayouts/slideLayout323.xml"/><Relationship Id="rId9" Type="http://schemas.openxmlformats.org/officeDocument/2006/relationships/slideLayout" Target="../slideLayouts/slideLayout328.xml"/><Relationship Id="rId14" Type="http://schemas.openxmlformats.org/officeDocument/2006/relationships/image" Target="../media/image3.png"/></Relationships>
</file>

<file path=ppt/slideMasters/_rels/slideMaster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33.xml"/><Relationship Id="rId7" Type="http://schemas.openxmlformats.org/officeDocument/2006/relationships/slideLayout" Target="../slideLayouts/slideLayout337.xml"/><Relationship Id="rId12" Type="http://schemas.openxmlformats.org/officeDocument/2006/relationships/theme" Target="../theme/theme31.xml"/><Relationship Id="rId2" Type="http://schemas.openxmlformats.org/officeDocument/2006/relationships/slideLayout" Target="../slideLayouts/slideLayout33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31.xml"/><Relationship Id="rId6" Type="http://schemas.openxmlformats.org/officeDocument/2006/relationships/slideLayout" Target="../slideLayouts/slideLayout336.xml"/><Relationship Id="rId11" Type="http://schemas.openxmlformats.org/officeDocument/2006/relationships/slideLayout" Target="../slideLayouts/slideLayout341.xml"/><Relationship Id="rId5" Type="http://schemas.openxmlformats.org/officeDocument/2006/relationships/slideLayout" Target="../slideLayouts/slideLayout33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40.xml"/><Relationship Id="rId4" Type="http://schemas.openxmlformats.org/officeDocument/2006/relationships/slideLayout" Target="../slideLayouts/slideLayout334.xml"/><Relationship Id="rId9" Type="http://schemas.openxmlformats.org/officeDocument/2006/relationships/slideLayout" Target="../slideLayouts/slideLayout339.xml"/><Relationship Id="rId14" Type="http://schemas.openxmlformats.org/officeDocument/2006/relationships/image" Target="../media/image3.png"/></Relationships>
</file>

<file path=ppt/slideMasters/_rels/slideMaster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44.xml"/><Relationship Id="rId7" Type="http://schemas.openxmlformats.org/officeDocument/2006/relationships/slideLayout" Target="../slideLayouts/slideLayout348.xml"/><Relationship Id="rId12" Type="http://schemas.openxmlformats.org/officeDocument/2006/relationships/theme" Target="../theme/theme32.xml"/><Relationship Id="rId2" Type="http://schemas.openxmlformats.org/officeDocument/2006/relationships/slideLayout" Target="../slideLayouts/slideLayout34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42.xml"/><Relationship Id="rId6" Type="http://schemas.openxmlformats.org/officeDocument/2006/relationships/slideLayout" Target="../slideLayouts/slideLayout347.xml"/><Relationship Id="rId11" Type="http://schemas.openxmlformats.org/officeDocument/2006/relationships/slideLayout" Target="../slideLayouts/slideLayout352.xml"/><Relationship Id="rId5" Type="http://schemas.openxmlformats.org/officeDocument/2006/relationships/slideLayout" Target="../slideLayouts/slideLayout34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51.xml"/><Relationship Id="rId4" Type="http://schemas.openxmlformats.org/officeDocument/2006/relationships/slideLayout" Target="../slideLayouts/slideLayout345.xml"/><Relationship Id="rId9" Type="http://schemas.openxmlformats.org/officeDocument/2006/relationships/slideLayout" Target="../slideLayouts/slideLayout350.xml"/><Relationship Id="rId14" Type="http://schemas.openxmlformats.org/officeDocument/2006/relationships/image" Target="../media/image3.png"/></Relationships>
</file>

<file path=ppt/slideMasters/_rels/slideMaster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55.xml"/><Relationship Id="rId7" Type="http://schemas.openxmlformats.org/officeDocument/2006/relationships/slideLayout" Target="../slideLayouts/slideLayout359.xml"/><Relationship Id="rId12" Type="http://schemas.openxmlformats.org/officeDocument/2006/relationships/theme" Target="../theme/theme33.xml"/><Relationship Id="rId2" Type="http://schemas.openxmlformats.org/officeDocument/2006/relationships/slideLayout" Target="../slideLayouts/slideLayout35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53.xml"/><Relationship Id="rId6" Type="http://schemas.openxmlformats.org/officeDocument/2006/relationships/slideLayout" Target="../slideLayouts/slideLayout358.xml"/><Relationship Id="rId11" Type="http://schemas.openxmlformats.org/officeDocument/2006/relationships/slideLayout" Target="../slideLayouts/slideLayout363.xml"/><Relationship Id="rId5" Type="http://schemas.openxmlformats.org/officeDocument/2006/relationships/slideLayout" Target="../slideLayouts/slideLayout35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62.xml"/><Relationship Id="rId4" Type="http://schemas.openxmlformats.org/officeDocument/2006/relationships/slideLayout" Target="../slideLayouts/slideLayout356.xml"/><Relationship Id="rId9" Type="http://schemas.openxmlformats.org/officeDocument/2006/relationships/slideLayout" Target="../slideLayouts/slideLayout361.xml"/><Relationship Id="rId14" Type="http://schemas.openxmlformats.org/officeDocument/2006/relationships/image" Target="../media/image3.png"/></Relationships>
</file>

<file path=ppt/slideMasters/_rels/slideMaster3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6.xml"/><Relationship Id="rId7" Type="http://schemas.openxmlformats.org/officeDocument/2006/relationships/slideLayout" Target="../slideLayouts/slideLayout370.xml"/><Relationship Id="rId12" Type="http://schemas.openxmlformats.org/officeDocument/2006/relationships/theme" Target="../theme/theme34.xml"/><Relationship Id="rId2" Type="http://schemas.openxmlformats.org/officeDocument/2006/relationships/slideLayout" Target="../slideLayouts/slideLayout36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64.xml"/><Relationship Id="rId6" Type="http://schemas.openxmlformats.org/officeDocument/2006/relationships/slideLayout" Target="../slideLayouts/slideLayout369.xml"/><Relationship Id="rId11" Type="http://schemas.openxmlformats.org/officeDocument/2006/relationships/slideLayout" Target="../slideLayouts/slideLayout374.xml"/><Relationship Id="rId5" Type="http://schemas.openxmlformats.org/officeDocument/2006/relationships/slideLayout" Target="../slideLayouts/slideLayout36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73.xml"/><Relationship Id="rId4" Type="http://schemas.openxmlformats.org/officeDocument/2006/relationships/slideLayout" Target="../slideLayouts/slideLayout367.xml"/><Relationship Id="rId9" Type="http://schemas.openxmlformats.org/officeDocument/2006/relationships/slideLayout" Target="../slideLayouts/slideLayout372.xml"/><Relationship Id="rId14" Type="http://schemas.openxmlformats.org/officeDocument/2006/relationships/image" Target="../media/image3.png"/></Relationships>
</file>

<file path=ppt/slideMasters/_rels/slideMaster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2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77.xml"/><Relationship Id="rId7" Type="http://schemas.openxmlformats.org/officeDocument/2006/relationships/slideLayout" Target="../slideLayouts/slideLayout381.xml"/><Relationship Id="rId12" Type="http://schemas.openxmlformats.org/officeDocument/2006/relationships/theme" Target="../theme/theme35.xml"/><Relationship Id="rId2" Type="http://schemas.openxmlformats.org/officeDocument/2006/relationships/slideLayout" Target="../slideLayouts/slideLayout37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75.xml"/><Relationship Id="rId6" Type="http://schemas.openxmlformats.org/officeDocument/2006/relationships/slideLayout" Target="../slideLayouts/slideLayout380.xml"/><Relationship Id="rId11" Type="http://schemas.openxmlformats.org/officeDocument/2006/relationships/slideLayout" Target="../slideLayouts/slideLayout385.xml"/><Relationship Id="rId5" Type="http://schemas.openxmlformats.org/officeDocument/2006/relationships/slideLayout" Target="../slideLayouts/slideLayout379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84.xml"/><Relationship Id="rId4" Type="http://schemas.openxmlformats.org/officeDocument/2006/relationships/slideLayout" Target="../slideLayouts/slideLayout378.xml"/><Relationship Id="rId9" Type="http://schemas.openxmlformats.org/officeDocument/2006/relationships/slideLayout" Target="../slideLayouts/slideLayout383.xml"/><Relationship Id="rId14" Type="http://schemas.openxmlformats.org/officeDocument/2006/relationships/image" Target="../media/image3.png"/></Relationships>
</file>

<file path=ppt/slideMasters/_rels/slideMaster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3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88.xml"/><Relationship Id="rId7" Type="http://schemas.openxmlformats.org/officeDocument/2006/relationships/slideLayout" Target="../slideLayouts/slideLayout392.xml"/><Relationship Id="rId12" Type="http://schemas.openxmlformats.org/officeDocument/2006/relationships/theme" Target="../theme/theme36.xml"/><Relationship Id="rId2" Type="http://schemas.openxmlformats.org/officeDocument/2006/relationships/slideLayout" Target="../slideLayouts/slideLayout38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86.xml"/><Relationship Id="rId6" Type="http://schemas.openxmlformats.org/officeDocument/2006/relationships/slideLayout" Target="../slideLayouts/slideLayout391.xml"/><Relationship Id="rId11" Type="http://schemas.openxmlformats.org/officeDocument/2006/relationships/slideLayout" Target="../slideLayouts/slideLayout396.xml"/><Relationship Id="rId5" Type="http://schemas.openxmlformats.org/officeDocument/2006/relationships/slideLayout" Target="../slideLayouts/slideLayout390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95.xml"/><Relationship Id="rId4" Type="http://schemas.openxmlformats.org/officeDocument/2006/relationships/slideLayout" Target="../slideLayouts/slideLayout389.xml"/><Relationship Id="rId9" Type="http://schemas.openxmlformats.org/officeDocument/2006/relationships/slideLayout" Target="../slideLayouts/slideLayout394.xml"/><Relationship Id="rId14" Type="http://schemas.openxmlformats.org/officeDocument/2006/relationships/image" Target="../media/image3.png"/></Relationships>
</file>

<file path=ppt/slideMasters/_rels/slideMaster3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4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99.xml"/><Relationship Id="rId7" Type="http://schemas.openxmlformats.org/officeDocument/2006/relationships/slideLayout" Target="../slideLayouts/slideLayout403.xml"/><Relationship Id="rId12" Type="http://schemas.openxmlformats.org/officeDocument/2006/relationships/theme" Target="../theme/theme37.xml"/><Relationship Id="rId2" Type="http://schemas.openxmlformats.org/officeDocument/2006/relationships/slideLayout" Target="../slideLayouts/slideLayout39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97.xml"/><Relationship Id="rId6" Type="http://schemas.openxmlformats.org/officeDocument/2006/relationships/slideLayout" Target="../slideLayouts/slideLayout402.xml"/><Relationship Id="rId11" Type="http://schemas.openxmlformats.org/officeDocument/2006/relationships/slideLayout" Target="../slideLayouts/slideLayout407.xml"/><Relationship Id="rId5" Type="http://schemas.openxmlformats.org/officeDocument/2006/relationships/slideLayout" Target="../slideLayouts/slideLayout401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406.xml"/><Relationship Id="rId4" Type="http://schemas.openxmlformats.org/officeDocument/2006/relationships/slideLayout" Target="../slideLayouts/slideLayout400.xml"/><Relationship Id="rId9" Type="http://schemas.openxmlformats.org/officeDocument/2006/relationships/slideLayout" Target="../slideLayouts/slideLayout405.xml"/><Relationship Id="rId14" Type="http://schemas.openxmlformats.org/officeDocument/2006/relationships/image" Target="../media/image3.png"/></Relationships>
</file>

<file path=ppt/slideMasters/_rels/slideMaster3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5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410.xml"/><Relationship Id="rId7" Type="http://schemas.openxmlformats.org/officeDocument/2006/relationships/slideLayout" Target="../slideLayouts/slideLayout414.xml"/><Relationship Id="rId12" Type="http://schemas.openxmlformats.org/officeDocument/2006/relationships/theme" Target="../theme/theme38.xml"/><Relationship Id="rId2" Type="http://schemas.openxmlformats.org/officeDocument/2006/relationships/slideLayout" Target="../slideLayouts/slideLayout409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08.xml"/><Relationship Id="rId6" Type="http://schemas.openxmlformats.org/officeDocument/2006/relationships/slideLayout" Target="../slideLayouts/slideLayout413.xml"/><Relationship Id="rId11" Type="http://schemas.openxmlformats.org/officeDocument/2006/relationships/slideLayout" Target="../slideLayouts/slideLayout418.xml"/><Relationship Id="rId5" Type="http://schemas.openxmlformats.org/officeDocument/2006/relationships/slideLayout" Target="../slideLayouts/slideLayout412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417.xml"/><Relationship Id="rId4" Type="http://schemas.openxmlformats.org/officeDocument/2006/relationships/slideLayout" Target="../slideLayouts/slideLayout411.xml"/><Relationship Id="rId9" Type="http://schemas.openxmlformats.org/officeDocument/2006/relationships/slideLayout" Target="../slideLayouts/slideLayout416.xml"/><Relationship Id="rId14" Type="http://schemas.openxmlformats.org/officeDocument/2006/relationships/image" Target="../media/image3.png"/></Relationships>
</file>

<file path=ppt/slideMasters/_rels/slideMaster3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6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421.xml"/><Relationship Id="rId7" Type="http://schemas.openxmlformats.org/officeDocument/2006/relationships/slideLayout" Target="../slideLayouts/slideLayout425.xml"/><Relationship Id="rId12" Type="http://schemas.openxmlformats.org/officeDocument/2006/relationships/theme" Target="../theme/theme39.xml"/><Relationship Id="rId2" Type="http://schemas.openxmlformats.org/officeDocument/2006/relationships/slideLayout" Target="../slideLayouts/slideLayout420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19.xml"/><Relationship Id="rId6" Type="http://schemas.openxmlformats.org/officeDocument/2006/relationships/slideLayout" Target="../slideLayouts/slideLayout424.xml"/><Relationship Id="rId11" Type="http://schemas.openxmlformats.org/officeDocument/2006/relationships/slideLayout" Target="../slideLayouts/slideLayout429.xml"/><Relationship Id="rId5" Type="http://schemas.openxmlformats.org/officeDocument/2006/relationships/slideLayout" Target="../slideLayouts/slideLayout423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428.xml"/><Relationship Id="rId4" Type="http://schemas.openxmlformats.org/officeDocument/2006/relationships/slideLayout" Target="../slideLayouts/slideLayout422.xml"/><Relationship Id="rId9" Type="http://schemas.openxmlformats.org/officeDocument/2006/relationships/slideLayout" Target="../slideLayouts/slideLayout427.xml"/><Relationship Id="rId14" Type="http://schemas.openxmlformats.org/officeDocument/2006/relationships/image" Target="../media/image3.png"/></Relationships>
</file>

<file path=ppt/slideMasters/_rels/slideMaster4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7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432.xml"/><Relationship Id="rId7" Type="http://schemas.openxmlformats.org/officeDocument/2006/relationships/slideLayout" Target="../slideLayouts/slideLayout436.xml"/><Relationship Id="rId12" Type="http://schemas.openxmlformats.org/officeDocument/2006/relationships/theme" Target="../theme/theme40.xml"/><Relationship Id="rId2" Type="http://schemas.openxmlformats.org/officeDocument/2006/relationships/slideLayout" Target="../slideLayouts/slideLayout431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30.xml"/><Relationship Id="rId6" Type="http://schemas.openxmlformats.org/officeDocument/2006/relationships/slideLayout" Target="../slideLayouts/slideLayout435.xml"/><Relationship Id="rId11" Type="http://schemas.openxmlformats.org/officeDocument/2006/relationships/slideLayout" Target="../slideLayouts/slideLayout440.xml"/><Relationship Id="rId5" Type="http://schemas.openxmlformats.org/officeDocument/2006/relationships/slideLayout" Target="../slideLayouts/slideLayout434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439.xml"/><Relationship Id="rId4" Type="http://schemas.openxmlformats.org/officeDocument/2006/relationships/slideLayout" Target="../slideLayouts/slideLayout433.xml"/><Relationship Id="rId9" Type="http://schemas.openxmlformats.org/officeDocument/2006/relationships/slideLayout" Target="../slideLayouts/slideLayout438.xml"/><Relationship Id="rId14" Type="http://schemas.openxmlformats.org/officeDocument/2006/relationships/image" Target="../media/image3.png"/></Relationships>
</file>

<file path=ppt/slideMasters/_rels/slideMaster4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443.xml"/><Relationship Id="rId7" Type="http://schemas.openxmlformats.org/officeDocument/2006/relationships/slideLayout" Target="../slideLayouts/slideLayout447.xml"/><Relationship Id="rId12" Type="http://schemas.openxmlformats.org/officeDocument/2006/relationships/theme" Target="../theme/theme41.xml"/><Relationship Id="rId2" Type="http://schemas.openxmlformats.org/officeDocument/2006/relationships/slideLayout" Target="../slideLayouts/slideLayout44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41.xml"/><Relationship Id="rId6" Type="http://schemas.openxmlformats.org/officeDocument/2006/relationships/slideLayout" Target="../slideLayouts/slideLayout446.xml"/><Relationship Id="rId11" Type="http://schemas.openxmlformats.org/officeDocument/2006/relationships/slideLayout" Target="../slideLayouts/slideLayout451.xml"/><Relationship Id="rId5" Type="http://schemas.openxmlformats.org/officeDocument/2006/relationships/slideLayout" Target="../slideLayouts/slideLayout44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450.xml"/><Relationship Id="rId4" Type="http://schemas.openxmlformats.org/officeDocument/2006/relationships/slideLayout" Target="../slideLayouts/slideLayout444.xml"/><Relationship Id="rId9" Type="http://schemas.openxmlformats.org/officeDocument/2006/relationships/slideLayout" Target="../slideLayouts/slideLayout449.xml"/><Relationship Id="rId14" Type="http://schemas.openxmlformats.org/officeDocument/2006/relationships/image" Target="../media/image3.png"/></Relationships>
</file>

<file path=ppt/slideMasters/_rels/slideMaster4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454.xml"/><Relationship Id="rId7" Type="http://schemas.openxmlformats.org/officeDocument/2006/relationships/slideLayout" Target="../slideLayouts/slideLayout458.xml"/><Relationship Id="rId12" Type="http://schemas.openxmlformats.org/officeDocument/2006/relationships/theme" Target="../theme/theme42.xml"/><Relationship Id="rId2" Type="http://schemas.openxmlformats.org/officeDocument/2006/relationships/slideLayout" Target="../slideLayouts/slideLayout45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52.xml"/><Relationship Id="rId6" Type="http://schemas.openxmlformats.org/officeDocument/2006/relationships/slideLayout" Target="../slideLayouts/slideLayout457.xml"/><Relationship Id="rId11" Type="http://schemas.openxmlformats.org/officeDocument/2006/relationships/slideLayout" Target="../slideLayouts/slideLayout462.xml"/><Relationship Id="rId5" Type="http://schemas.openxmlformats.org/officeDocument/2006/relationships/slideLayout" Target="../slideLayouts/slideLayout45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461.xml"/><Relationship Id="rId4" Type="http://schemas.openxmlformats.org/officeDocument/2006/relationships/slideLayout" Target="../slideLayouts/slideLayout455.xml"/><Relationship Id="rId9" Type="http://schemas.openxmlformats.org/officeDocument/2006/relationships/slideLayout" Target="../slideLayouts/slideLayout460.xml"/><Relationship Id="rId14" Type="http://schemas.openxmlformats.org/officeDocument/2006/relationships/image" Target="../media/image3.png"/></Relationships>
</file>

<file path=ppt/slideMasters/_rels/slideMaster4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465.xml"/><Relationship Id="rId7" Type="http://schemas.openxmlformats.org/officeDocument/2006/relationships/slideLayout" Target="../slideLayouts/slideLayout469.xml"/><Relationship Id="rId12" Type="http://schemas.openxmlformats.org/officeDocument/2006/relationships/theme" Target="../theme/theme43.xml"/><Relationship Id="rId2" Type="http://schemas.openxmlformats.org/officeDocument/2006/relationships/slideLayout" Target="../slideLayouts/slideLayout46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63.xml"/><Relationship Id="rId6" Type="http://schemas.openxmlformats.org/officeDocument/2006/relationships/slideLayout" Target="../slideLayouts/slideLayout468.xml"/><Relationship Id="rId11" Type="http://schemas.openxmlformats.org/officeDocument/2006/relationships/slideLayout" Target="../slideLayouts/slideLayout473.xml"/><Relationship Id="rId5" Type="http://schemas.openxmlformats.org/officeDocument/2006/relationships/slideLayout" Target="../slideLayouts/slideLayout46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472.xml"/><Relationship Id="rId4" Type="http://schemas.openxmlformats.org/officeDocument/2006/relationships/slideLayout" Target="../slideLayouts/slideLayout466.xml"/><Relationship Id="rId9" Type="http://schemas.openxmlformats.org/officeDocument/2006/relationships/slideLayout" Target="../slideLayouts/slideLayout471.xml"/><Relationship Id="rId14" Type="http://schemas.openxmlformats.org/officeDocument/2006/relationships/image" Target="../media/image3.png"/></Relationships>
</file>

<file path=ppt/slideMasters/_rels/slideMaster4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476.xml"/><Relationship Id="rId7" Type="http://schemas.openxmlformats.org/officeDocument/2006/relationships/slideLayout" Target="../slideLayouts/slideLayout480.xml"/><Relationship Id="rId12" Type="http://schemas.openxmlformats.org/officeDocument/2006/relationships/theme" Target="../theme/theme44.xml"/><Relationship Id="rId2" Type="http://schemas.openxmlformats.org/officeDocument/2006/relationships/slideLayout" Target="../slideLayouts/slideLayout47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74.xml"/><Relationship Id="rId6" Type="http://schemas.openxmlformats.org/officeDocument/2006/relationships/slideLayout" Target="../slideLayouts/slideLayout479.xml"/><Relationship Id="rId11" Type="http://schemas.openxmlformats.org/officeDocument/2006/relationships/slideLayout" Target="../slideLayouts/slideLayout484.xml"/><Relationship Id="rId5" Type="http://schemas.openxmlformats.org/officeDocument/2006/relationships/slideLayout" Target="../slideLayouts/slideLayout47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483.xml"/><Relationship Id="rId4" Type="http://schemas.openxmlformats.org/officeDocument/2006/relationships/slideLayout" Target="../slideLayouts/slideLayout477.xml"/><Relationship Id="rId9" Type="http://schemas.openxmlformats.org/officeDocument/2006/relationships/slideLayout" Target="../slideLayouts/slideLayout482.xml"/><Relationship Id="rId14" Type="http://schemas.openxmlformats.org/officeDocument/2006/relationships/image" Target="../media/image3.png"/></Relationships>
</file>

<file path=ppt/slideMasters/_rels/slideMaster4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2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487.xml"/><Relationship Id="rId7" Type="http://schemas.openxmlformats.org/officeDocument/2006/relationships/slideLayout" Target="../slideLayouts/slideLayout491.xml"/><Relationship Id="rId12" Type="http://schemas.openxmlformats.org/officeDocument/2006/relationships/theme" Target="../theme/theme45.xml"/><Relationship Id="rId2" Type="http://schemas.openxmlformats.org/officeDocument/2006/relationships/slideLayout" Target="../slideLayouts/slideLayout48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85.xml"/><Relationship Id="rId6" Type="http://schemas.openxmlformats.org/officeDocument/2006/relationships/slideLayout" Target="../slideLayouts/slideLayout490.xml"/><Relationship Id="rId11" Type="http://schemas.openxmlformats.org/officeDocument/2006/relationships/slideLayout" Target="../slideLayouts/slideLayout495.xml"/><Relationship Id="rId5" Type="http://schemas.openxmlformats.org/officeDocument/2006/relationships/slideLayout" Target="../slideLayouts/slideLayout489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494.xml"/><Relationship Id="rId4" Type="http://schemas.openxmlformats.org/officeDocument/2006/relationships/slideLayout" Target="../slideLayouts/slideLayout488.xml"/><Relationship Id="rId9" Type="http://schemas.openxmlformats.org/officeDocument/2006/relationships/slideLayout" Target="../slideLayouts/slideLayout493.xml"/><Relationship Id="rId14" Type="http://schemas.openxmlformats.org/officeDocument/2006/relationships/image" Target="../media/image3.png"/></Relationships>
</file>

<file path=ppt/slideMasters/_rels/slideMaster4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3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498.xml"/><Relationship Id="rId7" Type="http://schemas.openxmlformats.org/officeDocument/2006/relationships/slideLayout" Target="../slideLayouts/slideLayout502.xml"/><Relationship Id="rId12" Type="http://schemas.openxmlformats.org/officeDocument/2006/relationships/theme" Target="../theme/theme46.xml"/><Relationship Id="rId2" Type="http://schemas.openxmlformats.org/officeDocument/2006/relationships/slideLayout" Target="../slideLayouts/slideLayout49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96.xml"/><Relationship Id="rId6" Type="http://schemas.openxmlformats.org/officeDocument/2006/relationships/slideLayout" Target="../slideLayouts/slideLayout501.xml"/><Relationship Id="rId11" Type="http://schemas.openxmlformats.org/officeDocument/2006/relationships/slideLayout" Target="../slideLayouts/slideLayout506.xml"/><Relationship Id="rId5" Type="http://schemas.openxmlformats.org/officeDocument/2006/relationships/slideLayout" Target="../slideLayouts/slideLayout500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05.xml"/><Relationship Id="rId4" Type="http://schemas.openxmlformats.org/officeDocument/2006/relationships/slideLayout" Target="../slideLayouts/slideLayout499.xml"/><Relationship Id="rId9" Type="http://schemas.openxmlformats.org/officeDocument/2006/relationships/slideLayout" Target="../slideLayouts/slideLayout504.xml"/><Relationship Id="rId14" Type="http://schemas.openxmlformats.org/officeDocument/2006/relationships/image" Target="../media/image3.png"/></Relationships>
</file>

<file path=ppt/slideMasters/_rels/slideMaster4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4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509.xml"/><Relationship Id="rId7" Type="http://schemas.openxmlformats.org/officeDocument/2006/relationships/slideLayout" Target="../slideLayouts/slideLayout513.xml"/><Relationship Id="rId12" Type="http://schemas.openxmlformats.org/officeDocument/2006/relationships/theme" Target="../theme/theme47.xml"/><Relationship Id="rId2" Type="http://schemas.openxmlformats.org/officeDocument/2006/relationships/slideLayout" Target="../slideLayouts/slideLayout50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507.xml"/><Relationship Id="rId6" Type="http://schemas.openxmlformats.org/officeDocument/2006/relationships/slideLayout" Target="../slideLayouts/slideLayout512.xml"/><Relationship Id="rId11" Type="http://schemas.openxmlformats.org/officeDocument/2006/relationships/slideLayout" Target="../slideLayouts/slideLayout517.xml"/><Relationship Id="rId5" Type="http://schemas.openxmlformats.org/officeDocument/2006/relationships/slideLayout" Target="../slideLayouts/slideLayout511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16.xml"/><Relationship Id="rId4" Type="http://schemas.openxmlformats.org/officeDocument/2006/relationships/slideLayout" Target="../slideLayouts/slideLayout510.xml"/><Relationship Id="rId9" Type="http://schemas.openxmlformats.org/officeDocument/2006/relationships/slideLayout" Target="../slideLayouts/slideLayout515.xml"/><Relationship Id="rId14" Type="http://schemas.openxmlformats.org/officeDocument/2006/relationships/image" Target="../media/image3.png"/></Relationships>
</file>

<file path=ppt/slideMasters/_rels/slideMaster4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5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520.xml"/><Relationship Id="rId7" Type="http://schemas.openxmlformats.org/officeDocument/2006/relationships/slideLayout" Target="../slideLayouts/slideLayout524.xml"/><Relationship Id="rId12" Type="http://schemas.openxmlformats.org/officeDocument/2006/relationships/theme" Target="../theme/theme48.xml"/><Relationship Id="rId2" Type="http://schemas.openxmlformats.org/officeDocument/2006/relationships/slideLayout" Target="../slideLayouts/slideLayout519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518.xml"/><Relationship Id="rId6" Type="http://schemas.openxmlformats.org/officeDocument/2006/relationships/slideLayout" Target="../slideLayouts/slideLayout523.xml"/><Relationship Id="rId11" Type="http://schemas.openxmlformats.org/officeDocument/2006/relationships/slideLayout" Target="../slideLayouts/slideLayout528.xml"/><Relationship Id="rId5" Type="http://schemas.openxmlformats.org/officeDocument/2006/relationships/slideLayout" Target="../slideLayouts/slideLayout522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27.xml"/><Relationship Id="rId4" Type="http://schemas.openxmlformats.org/officeDocument/2006/relationships/slideLayout" Target="../slideLayouts/slideLayout521.xml"/><Relationship Id="rId9" Type="http://schemas.openxmlformats.org/officeDocument/2006/relationships/slideLayout" Target="../slideLayouts/slideLayout526.xml"/><Relationship Id="rId14" Type="http://schemas.openxmlformats.org/officeDocument/2006/relationships/image" Target="../media/image3.png"/></Relationships>
</file>

<file path=ppt/slideMasters/_rels/slideMaster4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6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531.xml"/><Relationship Id="rId7" Type="http://schemas.openxmlformats.org/officeDocument/2006/relationships/slideLayout" Target="../slideLayouts/slideLayout535.xml"/><Relationship Id="rId12" Type="http://schemas.openxmlformats.org/officeDocument/2006/relationships/theme" Target="../theme/theme49.xml"/><Relationship Id="rId2" Type="http://schemas.openxmlformats.org/officeDocument/2006/relationships/slideLayout" Target="../slideLayouts/slideLayout530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529.xml"/><Relationship Id="rId6" Type="http://schemas.openxmlformats.org/officeDocument/2006/relationships/slideLayout" Target="../slideLayouts/slideLayout534.xml"/><Relationship Id="rId11" Type="http://schemas.openxmlformats.org/officeDocument/2006/relationships/slideLayout" Target="../slideLayouts/slideLayout539.xml"/><Relationship Id="rId5" Type="http://schemas.openxmlformats.org/officeDocument/2006/relationships/slideLayout" Target="../slideLayouts/slideLayout533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38.xml"/><Relationship Id="rId4" Type="http://schemas.openxmlformats.org/officeDocument/2006/relationships/slideLayout" Target="../slideLayouts/slideLayout532.xml"/><Relationship Id="rId9" Type="http://schemas.openxmlformats.org/officeDocument/2006/relationships/slideLayout" Target="../slideLayouts/slideLayout537.xml"/><Relationship Id="rId14" Type="http://schemas.openxmlformats.org/officeDocument/2006/relationships/image" Target="../media/image3.png"/></Relationships>
</file>

<file path=ppt/slideMasters/_rels/slideMaster5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7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542.xml"/><Relationship Id="rId7" Type="http://schemas.openxmlformats.org/officeDocument/2006/relationships/slideLayout" Target="../slideLayouts/slideLayout546.xml"/><Relationship Id="rId12" Type="http://schemas.openxmlformats.org/officeDocument/2006/relationships/theme" Target="../theme/theme50.xml"/><Relationship Id="rId2" Type="http://schemas.openxmlformats.org/officeDocument/2006/relationships/slideLayout" Target="../slideLayouts/slideLayout541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540.xml"/><Relationship Id="rId6" Type="http://schemas.openxmlformats.org/officeDocument/2006/relationships/slideLayout" Target="../slideLayouts/slideLayout545.xml"/><Relationship Id="rId11" Type="http://schemas.openxmlformats.org/officeDocument/2006/relationships/slideLayout" Target="../slideLayouts/slideLayout550.xml"/><Relationship Id="rId5" Type="http://schemas.openxmlformats.org/officeDocument/2006/relationships/slideLayout" Target="../slideLayouts/slideLayout544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49.xml"/><Relationship Id="rId4" Type="http://schemas.openxmlformats.org/officeDocument/2006/relationships/slideLayout" Target="../slideLayouts/slideLayout543.xml"/><Relationship Id="rId9" Type="http://schemas.openxmlformats.org/officeDocument/2006/relationships/slideLayout" Target="../slideLayouts/slideLayout548.xml"/><Relationship Id="rId14" Type="http://schemas.openxmlformats.org/officeDocument/2006/relationships/image" Target="../media/image3.png"/></Relationships>
</file>

<file path=ppt/slideMasters/_rels/slideMaster5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553.xml"/><Relationship Id="rId7" Type="http://schemas.openxmlformats.org/officeDocument/2006/relationships/slideLayout" Target="../slideLayouts/slideLayout557.xml"/><Relationship Id="rId12" Type="http://schemas.openxmlformats.org/officeDocument/2006/relationships/theme" Target="../theme/theme51.xml"/><Relationship Id="rId2" Type="http://schemas.openxmlformats.org/officeDocument/2006/relationships/slideLayout" Target="../slideLayouts/slideLayout55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551.xml"/><Relationship Id="rId6" Type="http://schemas.openxmlformats.org/officeDocument/2006/relationships/slideLayout" Target="../slideLayouts/slideLayout556.xml"/><Relationship Id="rId11" Type="http://schemas.openxmlformats.org/officeDocument/2006/relationships/slideLayout" Target="../slideLayouts/slideLayout561.xml"/><Relationship Id="rId5" Type="http://schemas.openxmlformats.org/officeDocument/2006/relationships/slideLayout" Target="../slideLayouts/slideLayout55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60.xml"/><Relationship Id="rId4" Type="http://schemas.openxmlformats.org/officeDocument/2006/relationships/slideLayout" Target="../slideLayouts/slideLayout554.xml"/><Relationship Id="rId9" Type="http://schemas.openxmlformats.org/officeDocument/2006/relationships/slideLayout" Target="../slideLayouts/slideLayout559.xml"/><Relationship Id="rId14" Type="http://schemas.openxmlformats.org/officeDocument/2006/relationships/image" Target="../media/image3.png"/></Relationships>
</file>

<file path=ppt/slideMasters/_rels/slideMaster5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564.xml"/><Relationship Id="rId7" Type="http://schemas.openxmlformats.org/officeDocument/2006/relationships/slideLayout" Target="../slideLayouts/slideLayout568.xml"/><Relationship Id="rId12" Type="http://schemas.openxmlformats.org/officeDocument/2006/relationships/theme" Target="../theme/theme52.xml"/><Relationship Id="rId2" Type="http://schemas.openxmlformats.org/officeDocument/2006/relationships/slideLayout" Target="../slideLayouts/slideLayout56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562.xml"/><Relationship Id="rId6" Type="http://schemas.openxmlformats.org/officeDocument/2006/relationships/slideLayout" Target="../slideLayouts/slideLayout567.xml"/><Relationship Id="rId11" Type="http://schemas.openxmlformats.org/officeDocument/2006/relationships/slideLayout" Target="../slideLayouts/slideLayout572.xml"/><Relationship Id="rId5" Type="http://schemas.openxmlformats.org/officeDocument/2006/relationships/slideLayout" Target="../slideLayouts/slideLayout56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71.xml"/><Relationship Id="rId4" Type="http://schemas.openxmlformats.org/officeDocument/2006/relationships/slideLayout" Target="../slideLayouts/slideLayout565.xml"/><Relationship Id="rId9" Type="http://schemas.openxmlformats.org/officeDocument/2006/relationships/slideLayout" Target="../slideLayouts/slideLayout570.xml"/><Relationship Id="rId14" Type="http://schemas.openxmlformats.org/officeDocument/2006/relationships/image" Target="../media/image3.png"/></Relationships>
</file>

<file path=ppt/slideMasters/_rels/slideMaster5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575.xml"/><Relationship Id="rId7" Type="http://schemas.openxmlformats.org/officeDocument/2006/relationships/slideLayout" Target="../slideLayouts/slideLayout579.xml"/><Relationship Id="rId12" Type="http://schemas.openxmlformats.org/officeDocument/2006/relationships/theme" Target="../theme/theme53.xml"/><Relationship Id="rId2" Type="http://schemas.openxmlformats.org/officeDocument/2006/relationships/slideLayout" Target="../slideLayouts/slideLayout57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573.xml"/><Relationship Id="rId6" Type="http://schemas.openxmlformats.org/officeDocument/2006/relationships/slideLayout" Target="../slideLayouts/slideLayout578.xml"/><Relationship Id="rId11" Type="http://schemas.openxmlformats.org/officeDocument/2006/relationships/slideLayout" Target="../slideLayouts/slideLayout583.xml"/><Relationship Id="rId5" Type="http://schemas.openxmlformats.org/officeDocument/2006/relationships/slideLayout" Target="../slideLayouts/slideLayout57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82.xml"/><Relationship Id="rId4" Type="http://schemas.openxmlformats.org/officeDocument/2006/relationships/slideLayout" Target="../slideLayouts/slideLayout576.xml"/><Relationship Id="rId9" Type="http://schemas.openxmlformats.org/officeDocument/2006/relationships/slideLayout" Target="../slideLayouts/slideLayout581.xml"/><Relationship Id="rId14" Type="http://schemas.openxmlformats.org/officeDocument/2006/relationships/image" Target="../media/image3.png"/></Relationships>
</file>

<file path=ppt/slideMasters/_rels/slideMaster5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586.xml"/><Relationship Id="rId7" Type="http://schemas.openxmlformats.org/officeDocument/2006/relationships/slideLayout" Target="../slideLayouts/slideLayout590.xml"/><Relationship Id="rId12" Type="http://schemas.openxmlformats.org/officeDocument/2006/relationships/theme" Target="../theme/theme54.xml"/><Relationship Id="rId2" Type="http://schemas.openxmlformats.org/officeDocument/2006/relationships/slideLayout" Target="../slideLayouts/slideLayout58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584.xml"/><Relationship Id="rId6" Type="http://schemas.openxmlformats.org/officeDocument/2006/relationships/slideLayout" Target="../slideLayouts/slideLayout589.xml"/><Relationship Id="rId11" Type="http://schemas.openxmlformats.org/officeDocument/2006/relationships/slideLayout" Target="../slideLayouts/slideLayout594.xml"/><Relationship Id="rId5" Type="http://schemas.openxmlformats.org/officeDocument/2006/relationships/slideLayout" Target="../slideLayouts/slideLayout58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93.xml"/><Relationship Id="rId4" Type="http://schemas.openxmlformats.org/officeDocument/2006/relationships/slideLayout" Target="../slideLayouts/slideLayout587.xml"/><Relationship Id="rId9" Type="http://schemas.openxmlformats.org/officeDocument/2006/relationships/slideLayout" Target="../slideLayouts/slideLayout592.xml"/><Relationship Id="rId14" Type="http://schemas.openxmlformats.org/officeDocument/2006/relationships/image" Target="../media/image3.png"/></Relationships>
</file>

<file path=ppt/slideMasters/_rels/slideMaster5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2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597.xml"/><Relationship Id="rId7" Type="http://schemas.openxmlformats.org/officeDocument/2006/relationships/slideLayout" Target="../slideLayouts/slideLayout601.xml"/><Relationship Id="rId12" Type="http://schemas.openxmlformats.org/officeDocument/2006/relationships/theme" Target="../theme/theme55.xml"/><Relationship Id="rId2" Type="http://schemas.openxmlformats.org/officeDocument/2006/relationships/slideLayout" Target="../slideLayouts/slideLayout59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595.xml"/><Relationship Id="rId6" Type="http://schemas.openxmlformats.org/officeDocument/2006/relationships/slideLayout" Target="../slideLayouts/slideLayout600.xml"/><Relationship Id="rId11" Type="http://schemas.openxmlformats.org/officeDocument/2006/relationships/slideLayout" Target="../slideLayouts/slideLayout605.xml"/><Relationship Id="rId5" Type="http://schemas.openxmlformats.org/officeDocument/2006/relationships/slideLayout" Target="../slideLayouts/slideLayout599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604.xml"/><Relationship Id="rId4" Type="http://schemas.openxmlformats.org/officeDocument/2006/relationships/slideLayout" Target="../slideLayouts/slideLayout598.xml"/><Relationship Id="rId9" Type="http://schemas.openxmlformats.org/officeDocument/2006/relationships/slideLayout" Target="../slideLayouts/slideLayout603.xml"/><Relationship Id="rId14" Type="http://schemas.openxmlformats.org/officeDocument/2006/relationships/image" Target="../media/image3.png"/></Relationships>
</file>

<file path=ppt/slideMasters/_rels/slideMaster5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3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608.xml"/><Relationship Id="rId7" Type="http://schemas.openxmlformats.org/officeDocument/2006/relationships/slideLayout" Target="../slideLayouts/slideLayout612.xml"/><Relationship Id="rId12" Type="http://schemas.openxmlformats.org/officeDocument/2006/relationships/theme" Target="../theme/theme56.xml"/><Relationship Id="rId2" Type="http://schemas.openxmlformats.org/officeDocument/2006/relationships/slideLayout" Target="../slideLayouts/slideLayout60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606.xml"/><Relationship Id="rId6" Type="http://schemas.openxmlformats.org/officeDocument/2006/relationships/slideLayout" Target="../slideLayouts/slideLayout611.xml"/><Relationship Id="rId11" Type="http://schemas.openxmlformats.org/officeDocument/2006/relationships/slideLayout" Target="../slideLayouts/slideLayout616.xml"/><Relationship Id="rId5" Type="http://schemas.openxmlformats.org/officeDocument/2006/relationships/slideLayout" Target="../slideLayouts/slideLayout610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615.xml"/><Relationship Id="rId4" Type="http://schemas.openxmlformats.org/officeDocument/2006/relationships/slideLayout" Target="../slideLayouts/slideLayout609.xml"/><Relationship Id="rId9" Type="http://schemas.openxmlformats.org/officeDocument/2006/relationships/slideLayout" Target="../slideLayouts/slideLayout614.xml"/><Relationship Id="rId14" Type="http://schemas.openxmlformats.org/officeDocument/2006/relationships/image" Target="../media/image3.png"/></Relationships>
</file>

<file path=ppt/slideMasters/_rels/slideMaster5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4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619.xml"/><Relationship Id="rId7" Type="http://schemas.openxmlformats.org/officeDocument/2006/relationships/slideLayout" Target="../slideLayouts/slideLayout623.xml"/><Relationship Id="rId12" Type="http://schemas.openxmlformats.org/officeDocument/2006/relationships/theme" Target="../theme/theme57.xml"/><Relationship Id="rId2" Type="http://schemas.openxmlformats.org/officeDocument/2006/relationships/slideLayout" Target="../slideLayouts/slideLayout61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617.xml"/><Relationship Id="rId6" Type="http://schemas.openxmlformats.org/officeDocument/2006/relationships/slideLayout" Target="../slideLayouts/slideLayout622.xml"/><Relationship Id="rId11" Type="http://schemas.openxmlformats.org/officeDocument/2006/relationships/slideLayout" Target="../slideLayouts/slideLayout627.xml"/><Relationship Id="rId5" Type="http://schemas.openxmlformats.org/officeDocument/2006/relationships/slideLayout" Target="../slideLayouts/slideLayout621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626.xml"/><Relationship Id="rId4" Type="http://schemas.openxmlformats.org/officeDocument/2006/relationships/slideLayout" Target="../slideLayouts/slideLayout620.xml"/><Relationship Id="rId9" Type="http://schemas.openxmlformats.org/officeDocument/2006/relationships/slideLayout" Target="../slideLayouts/slideLayout625.xml"/><Relationship Id="rId14" Type="http://schemas.openxmlformats.org/officeDocument/2006/relationships/image" Target="../media/image3.png"/></Relationships>
</file>

<file path=ppt/slideMasters/_rels/slideMaster5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5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630.xml"/><Relationship Id="rId7" Type="http://schemas.openxmlformats.org/officeDocument/2006/relationships/slideLayout" Target="../slideLayouts/slideLayout634.xml"/><Relationship Id="rId12" Type="http://schemas.openxmlformats.org/officeDocument/2006/relationships/theme" Target="../theme/theme58.xml"/><Relationship Id="rId2" Type="http://schemas.openxmlformats.org/officeDocument/2006/relationships/slideLayout" Target="../slideLayouts/slideLayout629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628.xml"/><Relationship Id="rId6" Type="http://schemas.openxmlformats.org/officeDocument/2006/relationships/slideLayout" Target="../slideLayouts/slideLayout633.xml"/><Relationship Id="rId11" Type="http://schemas.openxmlformats.org/officeDocument/2006/relationships/slideLayout" Target="../slideLayouts/slideLayout638.xml"/><Relationship Id="rId5" Type="http://schemas.openxmlformats.org/officeDocument/2006/relationships/slideLayout" Target="../slideLayouts/slideLayout632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637.xml"/><Relationship Id="rId4" Type="http://schemas.openxmlformats.org/officeDocument/2006/relationships/slideLayout" Target="../slideLayouts/slideLayout631.xml"/><Relationship Id="rId9" Type="http://schemas.openxmlformats.org/officeDocument/2006/relationships/slideLayout" Target="../slideLayouts/slideLayout636.xml"/><Relationship Id="rId14" Type="http://schemas.openxmlformats.org/officeDocument/2006/relationships/image" Target="../media/image3.png"/></Relationships>
</file>

<file path=ppt/slideMasters/_rels/slideMaster5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6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641.xml"/><Relationship Id="rId7" Type="http://schemas.openxmlformats.org/officeDocument/2006/relationships/slideLayout" Target="../slideLayouts/slideLayout645.xml"/><Relationship Id="rId12" Type="http://schemas.openxmlformats.org/officeDocument/2006/relationships/theme" Target="../theme/theme59.xml"/><Relationship Id="rId2" Type="http://schemas.openxmlformats.org/officeDocument/2006/relationships/slideLayout" Target="../slideLayouts/slideLayout640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639.xml"/><Relationship Id="rId6" Type="http://schemas.openxmlformats.org/officeDocument/2006/relationships/slideLayout" Target="../slideLayouts/slideLayout644.xml"/><Relationship Id="rId11" Type="http://schemas.openxmlformats.org/officeDocument/2006/relationships/slideLayout" Target="../slideLayouts/slideLayout649.xml"/><Relationship Id="rId5" Type="http://schemas.openxmlformats.org/officeDocument/2006/relationships/slideLayout" Target="../slideLayouts/slideLayout643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648.xml"/><Relationship Id="rId4" Type="http://schemas.openxmlformats.org/officeDocument/2006/relationships/slideLayout" Target="../slideLayouts/slideLayout642.xml"/><Relationship Id="rId9" Type="http://schemas.openxmlformats.org/officeDocument/2006/relationships/slideLayout" Target="../slideLayouts/slideLayout647.xml"/><Relationship Id="rId14" Type="http://schemas.openxmlformats.org/officeDocument/2006/relationships/image" Target="../media/image3.png"/></Relationships>
</file>

<file path=ppt/slideMasters/_rels/slideMaster6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7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652.xml"/><Relationship Id="rId7" Type="http://schemas.openxmlformats.org/officeDocument/2006/relationships/slideLayout" Target="../slideLayouts/slideLayout656.xml"/><Relationship Id="rId12" Type="http://schemas.openxmlformats.org/officeDocument/2006/relationships/theme" Target="../theme/theme60.xml"/><Relationship Id="rId2" Type="http://schemas.openxmlformats.org/officeDocument/2006/relationships/slideLayout" Target="../slideLayouts/slideLayout651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650.xml"/><Relationship Id="rId6" Type="http://schemas.openxmlformats.org/officeDocument/2006/relationships/slideLayout" Target="../slideLayouts/slideLayout655.xml"/><Relationship Id="rId11" Type="http://schemas.openxmlformats.org/officeDocument/2006/relationships/slideLayout" Target="../slideLayouts/slideLayout660.xml"/><Relationship Id="rId5" Type="http://schemas.openxmlformats.org/officeDocument/2006/relationships/slideLayout" Target="../slideLayouts/slideLayout654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659.xml"/><Relationship Id="rId4" Type="http://schemas.openxmlformats.org/officeDocument/2006/relationships/slideLayout" Target="../slideLayouts/slideLayout653.xml"/><Relationship Id="rId9" Type="http://schemas.openxmlformats.org/officeDocument/2006/relationships/slideLayout" Target="../slideLayouts/slideLayout658.xml"/><Relationship Id="rId14" Type="http://schemas.openxmlformats.org/officeDocument/2006/relationships/image" Target="../media/image3.png"/></Relationships>
</file>

<file path=ppt/slideMasters/_rels/slideMaster6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663.xml"/><Relationship Id="rId7" Type="http://schemas.openxmlformats.org/officeDocument/2006/relationships/slideLayout" Target="../slideLayouts/slideLayout667.xml"/><Relationship Id="rId12" Type="http://schemas.openxmlformats.org/officeDocument/2006/relationships/theme" Target="../theme/theme61.xml"/><Relationship Id="rId2" Type="http://schemas.openxmlformats.org/officeDocument/2006/relationships/slideLayout" Target="../slideLayouts/slideLayout66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661.xml"/><Relationship Id="rId6" Type="http://schemas.openxmlformats.org/officeDocument/2006/relationships/slideLayout" Target="../slideLayouts/slideLayout666.xml"/><Relationship Id="rId11" Type="http://schemas.openxmlformats.org/officeDocument/2006/relationships/slideLayout" Target="../slideLayouts/slideLayout671.xml"/><Relationship Id="rId5" Type="http://schemas.openxmlformats.org/officeDocument/2006/relationships/slideLayout" Target="../slideLayouts/slideLayout66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670.xml"/><Relationship Id="rId4" Type="http://schemas.openxmlformats.org/officeDocument/2006/relationships/slideLayout" Target="../slideLayouts/slideLayout664.xml"/><Relationship Id="rId9" Type="http://schemas.openxmlformats.org/officeDocument/2006/relationships/slideLayout" Target="../slideLayouts/slideLayout669.xml"/><Relationship Id="rId14" Type="http://schemas.openxmlformats.org/officeDocument/2006/relationships/image" Target="../media/image3.png"/></Relationships>
</file>

<file path=ppt/slideMasters/_rels/slideMaster6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674.xml"/><Relationship Id="rId7" Type="http://schemas.openxmlformats.org/officeDocument/2006/relationships/slideLayout" Target="../slideLayouts/slideLayout678.xml"/><Relationship Id="rId12" Type="http://schemas.openxmlformats.org/officeDocument/2006/relationships/theme" Target="../theme/theme62.xml"/><Relationship Id="rId2" Type="http://schemas.openxmlformats.org/officeDocument/2006/relationships/slideLayout" Target="../slideLayouts/slideLayout67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672.xml"/><Relationship Id="rId6" Type="http://schemas.openxmlformats.org/officeDocument/2006/relationships/slideLayout" Target="../slideLayouts/slideLayout677.xml"/><Relationship Id="rId11" Type="http://schemas.openxmlformats.org/officeDocument/2006/relationships/slideLayout" Target="../slideLayouts/slideLayout682.xml"/><Relationship Id="rId5" Type="http://schemas.openxmlformats.org/officeDocument/2006/relationships/slideLayout" Target="../slideLayouts/slideLayout67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681.xml"/><Relationship Id="rId4" Type="http://schemas.openxmlformats.org/officeDocument/2006/relationships/slideLayout" Target="../slideLayouts/slideLayout675.xml"/><Relationship Id="rId9" Type="http://schemas.openxmlformats.org/officeDocument/2006/relationships/slideLayout" Target="../slideLayouts/slideLayout680.xml"/><Relationship Id="rId14" Type="http://schemas.openxmlformats.org/officeDocument/2006/relationships/image" Target="../media/image3.png"/></Relationships>
</file>

<file path=ppt/slideMasters/_rels/slideMaster6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685.xml"/><Relationship Id="rId7" Type="http://schemas.openxmlformats.org/officeDocument/2006/relationships/slideLayout" Target="../slideLayouts/slideLayout689.xml"/><Relationship Id="rId12" Type="http://schemas.openxmlformats.org/officeDocument/2006/relationships/theme" Target="../theme/theme63.xml"/><Relationship Id="rId2" Type="http://schemas.openxmlformats.org/officeDocument/2006/relationships/slideLayout" Target="../slideLayouts/slideLayout68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683.xml"/><Relationship Id="rId6" Type="http://schemas.openxmlformats.org/officeDocument/2006/relationships/slideLayout" Target="../slideLayouts/slideLayout688.xml"/><Relationship Id="rId11" Type="http://schemas.openxmlformats.org/officeDocument/2006/relationships/slideLayout" Target="../slideLayouts/slideLayout693.xml"/><Relationship Id="rId5" Type="http://schemas.openxmlformats.org/officeDocument/2006/relationships/slideLayout" Target="../slideLayouts/slideLayout68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692.xml"/><Relationship Id="rId4" Type="http://schemas.openxmlformats.org/officeDocument/2006/relationships/slideLayout" Target="../slideLayouts/slideLayout686.xml"/><Relationship Id="rId9" Type="http://schemas.openxmlformats.org/officeDocument/2006/relationships/slideLayout" Target="../slideLayouts/slideLayout691.xml"/><Relationship Id="rId14" Type="http://schemas.openxmlformats.org/officeDocument/2006/relationships/image" Target="../media/image3.png"/></Relationships>
</file>

<file path=ppt/slideMasters/_rels/slideMaster6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696.xml"/><Relationship Id="rId7" Type="http://schemas.openxmlformats.org/officeDocument/2006/relationships/slideLayout" Target="../slideLayouts/slideLayout700.xml"/><Relationship Id="rId12" Type="http://schemas.openxmlformats.org/officeDocument/2006/relationships/theme" Target="../theme/theme64.xml"/><Relationship Id="rId2" Type="http://schemas.openxmlformats.org/officeDocument/2006/relationships/slideLayout" Target="../slideLayouts/slideLayout69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694.xml"/><Relationship Id="rId6" Type="http://schemas.openxmlformats.org/officeDocument/2006/relationships/slideLayout" Target="../slideLayouts/slideLayout699.xml"/><Relationship Id="rId11" Type="http://schemas.openxmlformats.org/officeDocument/2006/relationships/slideLayout" Target="../slideLayouts/slideLayout704.xml"/><Relationship Id="rId5" Type="http://schemas.openxmlformats.org/officeDocument/2006/relationships/slideLayout" Target="../slideLayouts/slideLayout69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703.xml"/><Relationship Id="rId4" Type="http://schemas.openxmlformats.org/officeDocument/2006/relationships/slideLayout" Target="../slideLayouts/slideLayout697.xml"/><Relationship Id="rId9" Type="http://schemas.openxmlformats.org/officeDocument/2006/relationships/slideLayout" Target="../slideLayouts/slideLayout702.xml"/><Relationship Id="rId14" Type="http://schemas.openxmlformats.org/officeDocument/2006/relationships/image" Target="../media/image3.png"/></Relationships>
</file>

<file path=ppt/slideMasters/_rels/slideMaster6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2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707.xml"/><Relationship Id="rId7" Type="http://schemas.openxmlformats.org/officeDocument/2006/relationships/slideLayout" Target="../slideLayouts/slideLayout711.xml"/><Relationship Id="rId12" Type="http://schemas.openxmlformats.org/officeDocument/2006/relationships/theme" Target="../theme/theme65.xml"/><Relationship Id="rId2" Type="http://schemas.openxmlformats.org/officeDocument/2006/relationships/slideLayout" Target="../slideLayouts/slideLayout70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05.xml"/><Relationship Id="rId6" Type="http://schemas.openxmlformats.org/officeDocument/2006/relationships/slideLayout" Target="../slideLayouts/slideLayout710.xml"/><Relationship Id="rId11" Type="http://schemas.openxmlformats.org/officeDocument/2006/relationships/slideLayout" Target="../slideLayouts/slideLayout715.xml"/><Relationship Id="rId5" Type="http://schemas.openxmlformats.org/officeDocument/2006/relationships/slideLayout" Target="../slideLayouts/slideLayout709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714.xml"/><Relationship Id="rId4" Type="http://schemas.openxmlformats.org/officeDocument/2006/relationships/slideLayout" Target="../slideLayouts/slideLayout708.xml"/><Relationship Id="rId9" Type="http://schemas.openxmlformats.org/officeDocument/2006/relationships/slideLayout" Target="../slideLayouts/slideLayout713.xml"/><Relationship Id="rId14" Type="http://schemas.openxmlformats.org/officeDocument/2006/relationships/image" Target="../media/image3.png"/></Relationships>
</file>

<file path=ppt/slideMasters/_rels/slideMaster6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3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718.xml"/><Relationship Id="rId7" Type="http://schemas.openxmlformats.org/officeDocument/2006/relationships/slideLayout" Target="../slideLayouts/slideLayout722.xml"/><Relationship Id="rId12" Type="http://schemas.openxmlformats.org/officeDocument/2006/relationships/theme" Target="../theme/theme66.xml"/><Relationship Id="rId2" Type="http://schemas.openxmlformats.org/officeDocument/2006/relationships/slideLayout" Target="../slideLayouts/slideLayout71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16.xml"/><Relationship Id="rId6" Type="http://schemas.openxmlformats.org/officeDocument/2006/relationships/slideLayout" Target="../slideLayouts/slideLayout721.xml"/><Relationship Id="rId11" Type="http://schemas.openxmlformats.org/officeDocument/2006/relationships/slideLayout" Target="../slideLayouts/slideLayout726.xml"/><Relationship Id="rId5" Type="http://schemas.openxmlformats.org/officeDocument/2006/relationships/slideLayout" Target="../slideLayouts/slideLayout720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725.xml"/><Relationship Id="rId4" Type="http://schemas.openxmlformats.org/officeDocument/2006/relationships/slideLayout" Target="../slideLayouts/slideLayout719.xml"/><Relationship Id="rId9" Type="http://schemas.openxmlformats.org/officeDocument/2006/relationships/slideLayout" Target="../slideLayouts/slideLayout724.xml"/><Relationship Id="rId14" Type="http://schemas.openxmlformats.org/officeDocument/2006/relationships/image" Target="../media/image3.png"/></Relationships>
</file>

<file path=ppt/slideMasters/_rels/slideMaster6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4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729.xml"/><Relationship Id="rId7" Type="http://schemas.openxmlformats.org/officeDocument/2006/relationships/slideLayout" Target="../slideLayouts/slideLayout733.xml"/><Relationship Id="rId12" Type="http://schemas.openxmlformats.org/officeDocument/2006/relationships/theme" Target="../theme/theme67.xml"/><Relationship Id="rId2" Type="http://schemas.openxmlformats.org/officeDocument/2006/relationships/slideLayout" Target="../slideLayouts/slideLayout72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27.xml"/><Relationship Id="rId6" Type="http://schemas.openxmlformats.org/officeDocument/2006/relationships/slideLayout" Target="../slideLayouts/slideLayout732.xml"/><Relationship Id="rId11" Type="http://schemas.openxmlformats.org/officeDocument/2006/relationships/slideLayout" Target="../slideLayouts/slideLayout737.xml"/><Relationship Id="rId5" Type="http://schemas.openxmlformats.org/officeDocument/2006/relationships/slideLayout" Target="../slideLayouts/slideLayout731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736.xml"/><Relationship Id="rId4" Type="http://schemas.openxmlformats.org/officeDocument/2006/relationships/slideLayout" Target="../slideLayouts/slideLayout730.xml"/><Relationship Id="rId9" Type="http://schemas.openxmlformats.org/officeDocument/2006/relationships/slideLayout" Target="../slideLayouts/slideLayout735.xml"/><Relationship Id="rId14" Type="http://schemas.openxmlformats.org/officeDocument/2006/relationships/image" Target="../media/image3.png"/></Relationships>
</file>

<file path=ppt/slideMasters/_rels/slideMaster6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5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740.xml"/><Relationship Id="rId7" Type="http://schemas.openxmlformats.org/officeDocument/2006/relationships/slideLayout" Target="../slideLayouts/slideLayout744.xml"/><Relationship Id="rId12" Type="http://schemas.openxmlformats.org/officeDocument/2006/relationships/theme" Target="../theme/theme68.xml"/><Relationship Id="rId2" Type="http://schemas.openxmlformats.org/officeDocument/2006/relationships/slideLayout" Target="../slideLayouts/slideLayout739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38.xml"/><Relationship Id="rId6" Type="http://schemas.openxmlformats.org/officeDocument/2006/relationships/slideLayout" Target="../slideLayouts/slideLayout743.xml"/><Relationship Id="rId11" Type="http://schemas.openxmlformats.org/officeDocument/2006/relationships/slideLayout" Target="../slideLayouts/slideLayout748.xml"/><Relationship Id="rId5" Type="http://schemas.openxmlformats.org/officeDocument/2006/relationships/slideLayout" Target="../slideLayouts/slideLayout742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747.xml"/><Relationship Id="rId4" Type="http://schemas.openxmlformats.org/officeDocument/2006/relationships/slideLayout" Target="../slideLayouts/slideLayout741.xml"/><Relationship Id="rId9" Type="http://schemas.openxmlformats.org/officeDocument/2006/relationships/slideLayout" Target="../slideLayouts/slideLayout746.xml"/><Relationship Id="rId14" Type="http://schemas.openxmlformats.org/officeDocument/2006/relationships/image" Target="../media/image3.png"/></Relationships>
</file>

<file path=ppt/slideMasters/_rels/slideMaster6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6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751.xml"/><Relationship Id="rId7" Type="http://schemas.openxmlformats.org/officeDocument/2006/relationships/slideLayout" Target="../slideLayouts/slideLayout755.xml"/><Relationship Id="rId12" Type="http://schemas.openxmlformats.org/officeDocument/2006/relationships/theme" Target="../theme/theme69.xml"/><Relationship Id="rId2" Type="http://schemas.openxmlformats.org/officeDocument/2006/relationships/slideLayout" Target="../slideLayouts/slideLayout750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49.xml"/><Relationship Id="rId6" Type="http://schemas.openxmlformats.org/officeDocument/2006/relationships/slideLayout" Target="../slideLayouts/slideLayout754.xml"/><Relationship Id="rId11" Type="http://schemas.openxmlformats.org/officeDocument/2006/relationships/slideLayout" Target="../slideLayouts/slideLayout759.xml"/><Relationship Id="rId5" Type="http://schemas.openxmlformats.org/officeDocument/2006/relationships/slideLayout" Target="../slideLayouts/slideLayout753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758.xml"/><Relationship Id="rId4" Type="http://schemas.openxmlformats.org/officeDocument/2006/relationships/slideLayout" Target="../slideLayouts/slideLayout752.xml"/><Relationship Id="rId9" Type="http://schemas.openxmlformats.org/officeDocument/2006/relationships/slideLayout" Target="../slideLayouts/slideLayout757.xml"/><Relationship Id="rId14" Type="http://schemas.openxmlformats.org/officeDocument/2006/relationships/image" Target="../media/image3.png"/></Relationships>
</file>

<file path=ppt/slideMasters/_rels/slideMaster7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7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762.xml"/><Relationship Id="rId7" Type="http://schemas.openxmlformats.org/officeDocument/2006/relationships/slideLayout" Target="../slideLayouts/slideLayout766.xml"/><Relationship Id="rId12" Type="http://schemas.openxmlformats.org/officeDocument/2006/relationships/theme" Target="../theme/theme70.xml"/><Relationship Id="rId2" Type="http://schemas.openxmlformats.org/officeDocument/2006/relationships/slideLayout" Target="../slideLayouts/slideLayout761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60.xml"/><Relationship Id="rId6" Type="http://schemas.openxmlformats.org/officeDocument/2006/relationships/slideLayout" Target="../slideLayouts/slideLayout765.xml"/><Relationship Id="rId11" Type="http://schemas.openxmlformats.org/officeDocument/2006/relationships/slideLayout" Target="../slideLayouts/slideLayout770.xml"/><Relationship Id="rId5" Type="http://schemas.openxmlformats.org/officeDocument/2006/relationships/slideLayout" Target="../slideLayouts/slideLayout764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769.xml"/><Relationship Id="rId4" Type="http://schemas.openxmlformats.org/officeDocument/2006/relationships/slideLayout" Target="../slideLayouts/slideLayout763.xml"/><Relationship Id="rId9" Type="http://schemas.openxmlformats.org/officeDocument/2006/relationships/slideLayout" Target="../slideLayouts/slideLayout768.xml"/><Relationship Id="rId14" Type="http://schemas.openxmlformats.org/officeDocument/2006/relationships/image" Target="../media/image3.png"/></Relationships>
</file>

<file path=ppt/slideMasters/_rels/slideMaster7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773.xml"/><Relationship Id="rId7" Type="http://schemas.openxmlformats.org/officeDocument/2006/relationships/slideLayout" Target="../slideLayouts/slideLayout777.xml"/><Relationship Id="rId12" Type="http://schemas.openxmlformats.org/officeDocument/2006/relationships/theme" Target="../theme/theme71.xml"/><Relationship Id="rId2" Type="http://schemas.openxmlformats.org/officeDocument/2006/relationships/slideLayout" Target="../slideLayouts/slideLayout77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71.xml"/><Relationship Id="rId6" Type="http://schemas.openxmlformats.org/officeDocument/2006/relationships/slideLayout" Target="../slideLayouts/slideLayout776.xml"/><Relationship Id="rId11" Type="http://schemas.openxmlformats.org/officeDocument/2006/relationships/slideLayout" Target="../slideLayouts/slideLayout781.xml"/><Relationship Id="rId5" Type="http://schemas.openxmlformats.org/officeDocument/2006/relationships/slideLayout" Target="../slideLayouts/slideLayout77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780.xml"/><Relationship Id="rId4" Type="http://schemas.openxmlformats.org/officeDocument/2006/relationships/slideLayout" Target="../slideLayouts/slideLayout774.xml"/><Relationship Id="rId9" Type="http://schemas.openxmlformats.org/officeDocument/2006/relationships/slideLayout" Target="../slideLayouts/slideLayout779.xml"/><Relationship Id="rId14" Type="http://schemas.openxmlformats.org/officeDocument/2006/relationships/image" Target="../media/image3.png"/></Relationships>
</file>

<file path=ppt/slideMasters/_rels/slideMaster7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784.xml"/><Relationship Id="rId7" Type="http://schemas.openxmlformats.org/officeDocument/2006/relationships/slideLayout" Target="../slideLayouts/slideLayout788.xml"/><Relationship Id="rId12" Type="http://schemas.openxmlformats.org/officeDocument/2006/relationships/theme" Target="../theme/theme72.xml"/><Relationship Id="rId2" Type="http://schemas.openxmlformats.org/officeDocument/2006/relationships/slideLayout" Target="../slideLayouts/slideLayout78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82.xml"/><Relationship Id="rId6" Type="http://schemas.openxmlformats.org/officeDocument/2006/relationships/slideLayout" Target="../slideLayouts/slideLayout787.xml"/><Relationship Id="rId11" Type="http://schemas.openxmlformats.org/officeDocument/2006/relationships/slideLayout" Target="../slideLayouts/slideLayout792.xml"/><Relationship Id="rId5" Type="http://schemas.openxmlformats.org/officeDocument/2006/relationships/slideLayout" Target="../slideLayouts/slideLayout78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791.xml"/><Relationship Id="rId4" Type="http://schemas.openxmlformats.org/officeDocument/2006/relationships/slideLayout" Target="../slideLayouts/slideLayout785.xml"/><Relationship Id="rId9" Type="http://schemas.openxmlformats.org/officeDocument/2006/relationships/slideLayout" Target="../slideLayouts/slideLayout790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矩形 2049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1" name="矩形 2050"/>
          <p:cNvSpPr/>
          <p:nvPr/>
        </p:nvSpPr>
        <p:spPr>
          <a:xfrm>
            <a:off x="1219200" y="1752600"/>
            <a:ext cx="7391400" cy="10668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052" name="组合 2051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053" name="矩形 2052"/>
            <p:cNvSpPr/>
            <p:nvPr/>
          </p:nvSpPr>
          <p:spPr>
            <a:xfrm>
              <a:off x="2112" y="0"/>
              <a:ext cx="3648" cy="96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 indent="0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2054" name="组合 2053"/>
            <p:cNvGrpSpPr/>
            <p:nvPr userDrawn="1"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2055" name="直接连接符 2054"/>
              <p:cNvSpPr/>
              <p:nvPr/>
            </p:nvSpPr>
            <p:spPr>
              <a:xfrm>
                <a:off x="0" y="19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6" name="直接连接符 2055"/>
              <p:cNvSpPr/>
              <p:nvPr/>
            </p:nvSpPr>
            <p:spPr>
              <a:xfrm>
                <a:off x="0" y="38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7" name="直接连接符 2056"/>
              <p:cNvSpPr/>
              <p:nvPr/>
            </p:nvSpPr>
            <p:spPr>
              <a:xfrm>
                <a:off x="0" y="57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8" name="直接连接符 2057"/>
              <p:cNvSpPr/>
              <p:nvPr/>
            </p:nvSpPr>
            <p:spPr>
              <a:xfrm>
                <a:off x="0" y="76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9" name="直接连接符 2058"/>
              <p:cNvSpPr/>
              <p:nvPr/>
            </p:nvSpPr>
            <p:spPr>
              <a:xfrm>
                <a:off x="0" y="96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0" name="直接连接符 2059"/>
              <p:cNvSpPr/>
              <p:nvPr/>
            </p:nvSpPr>
            <p:spPr>
              <a:xfrm>
                <a:off x="0" y="115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1" name="直接连接符 2060"/>
              <p:cNvSpPr/>
              <p:nvPr/>
            </p:nvSpPr>
            <p:spPr>
              <a:xfrm>
                <a:off x="0" y="134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2" name="直接连接符 2061"/>
              <p:cNvSpPr/>
              <p:nvPr/>
            </p:nvSpPr>
            <p:spPr>
              <a:xfrm>
                <a:off x="0" y="153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3" name="直接连接符 2062"/>
              <p:cNvSpPr/>
              <p:nvPr/>
            </p:nvSpPr>
            <p:spPr>
              <a:xfrm>
                <a:off x="0" y="172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4" name="直接连接符 2063"/>
              <p:cNvSpPr/>
              <p:nvPr/>
            </p:nvSpPr>
            <p:spPr>
              <a:xfrm>
                <a:off x="0" y="192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5" name="直接连接符 2064"/>
              <p:cNvSpPr/>
              <p:nvPr/>
            </p:nvSpPr>
            <p:spPr>
              <a:xfrm>
                <a:off x="0" y="211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6" name="直接连接符 2065"/>
              <p:cNvSpPr/>
              <p:nvPr/>
            </p:nvSpPr>
            <p:spPr>
              <a:xfrm>
                <a:off x="0" y="230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7" name="直接连接符 2066"/>
              <p:cNvSpPr/>
              <p:nvPr/>
            </p:nvSpPr>
            <p:spPr>
              <a:xfrm>
                <a:off x="0" y="249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8" name="直接连接符 2067"/>
              <p:cNvSpPr/>
              <p:nvPr/>
            </p:nvSpPr>
            <p:spPr>
              <a:xfrm>
                <a:off x="0" y="268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9" name="直接连接符 2068"/>
              <p:cNvSpPr/>
              <p:nvPr/>
            </p:nvSpPr>
            <p:spPr>
              <a:xfrm>
                <a:off x="0" y="288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0" name="直接连接符 2069"/>
              <p:cNvSpPr/>
              <p:nvPr/>
            </p:nvSpPr>
            <p:spPr>
              <a:xfrm>
                <a:off x="0" y="307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1" name="直接连接符 2070"/>
              <p:cNvSpPr/>
              <p:nvPr/>
            </p:nvSpPr>
            <p:spPr>
              <a:xfrm>
                <a:off x="0" y="326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2" name="直接连接符 2071"/>
              <p:cNvSpPr/>
              <p:nvPr/>
            </p:nvSpPr>
            <p:spPr>
              <a:xfrm>
                <a:off x="0" y="345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3" name="直接连接符 2072"/>
              <p:cNvSpPr/>
              <p:nvPr/>
            </p:nvSpPr>
            <p:spPr>
              <a:xfrm>
                <a:off x="0" y="364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4" name="直接连接符 2073"/>
              <p:cNvSpPr/>
              <p:nvPr/>
            </p:nvSpPr>
            <p:spPr>
              <a:xfrm>
                <a:off x="0" y="384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5" name="直接连接符 2074"/>
              <p:cNvSpPr/>
              <p:nvPr/>
            </p:nvSpPr>
            <p:spPr>
              <a:xfrm>
                <a:off x="0" y="403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6" name="直接连接符 2075"/>
              <p:cNvSpPr/>
              <p:nvPr/>
            </p:nvSpPr>
            <p:spPr>
              <a:xfrm>
                <a:off x="0" y="422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7" name="直接连接符 2076"/>
              <p:cNvSpPr/>
              <p:nvPr/>
            </p:nvSpPr>
            <p:spPr>
              <a:xfrm>
                <a:off x="19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8" name="直接连接符 2077"/>
              <p:cNvSpPr/>
              <p:nvPr/>
            </p:nvSpPr>
            <p:spPr>
              <a:xfrm>
                <a:off x="38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9" name="直接连接符 2078"/>
              <p:cNvSpPr/>
              <p:nvPr/>
            </p:nvSpPr>
            <p:spPr>
              <a:xfrm>
                <a:off x="57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0" name="直接连接符 2079"/>
              <p:cNvSpPr/>
              <p:nvPr/>
            </p:nvSpPr>
            <p:spPr>
              <a:xfrm>
                <a:off x="76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1" name="直接连接符 2080"/>
              <p:cNvSpPr/>
              <p:nvPr/>
            </p:nvSpPr>
            <p:spPr>
              <a:xfrm>
                <a:off x="96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2" name="直接连接符 2081"/>
              <p:cNvSpPr/>
              <p:nvPr/>
            </p:nvSpPr>
            <p:spPr>
              <a:xfrm>
                <a:off x="115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3" name="直接连接符 2082"/>
              <p:cNvSpPr/>
              <p:nvPr/>
            </p:nvSpPr>
            <p:spPr>
              <a:xfrm>
                <a:off x="134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4" name="直接连接符 2083"/>
              <p:cNvSpPr/>
              <p:nvPr/>
            </p:nvSpPr>
            <p:spPr>
              <a:xfrm>
                <a:off x="153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5" name="直接连接符 2084"/>
              <p:cNvSpPr/>
              <p:nvPr/>
            </p:nvSpPr>
            <p:spPr>
              <a:xfrm>
                <a:off x="172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6" name="直接连接符 2085"/>
              <p:cNvSpPr/>
              <p:nvPr/>
            </p:nvSpPr>
            <p:spPr>
              <a:xfrm>
                <a:off x="192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7" name="直接连接符 2086"/>
              <p:cNvSpPr/>
              <p:nvPr/>
            </p:nvSpPr>
            <p:spPr>
              <a:xfrm>
                <a:off x="211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8" name="直接连接符 2087"/>
              <p:cNvSpPr/>
              <p:nvPr/>
            </p:nvSpPr>
            <p:spPr>
              <a:xfrm>
                <a:off x="230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9" name="直接连接符 2088"/>
              <p:cNvSpPr/>
              <p:nvPr/>
            </p:nvSpPr>
            <p:spPr>
              <a:xfrm>
                <a:off x="249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0" name="直接连接符 2089"/>
              <p:cNvSpPr/>
              <p:nvPr/>
            </p:nvSpPr>
            <p:spPr>
              <a:xfrm>
                <a:off x="268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1" name="直接连接符 2090"/>
              <p:cNvSpPr/>
              <p:nvPr/>
            </p:nvSpPr>
            <p:spPr>
              <a:xfrm>
                <a:off x="288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2" name="直接连接符 2091"/>
              <p:cNvSpPr/>
              <p:nvPr/>
            </p:nvSpPr>
            <p:spPr>
              <a:xfrm>
                <a:off x="307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3" name="直接连接符 2092"/>
              <p:cNvSpPr/>
              <p:nvPr/>
            </p:nvSpPr>
            <p:spPr>
              <a:xfrm>
                <a:off x="326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4" name="直接连接符 2093"/>
              <p:cNvSpPr/>
              <p:nvPr/>
            </p:nvSpPr>
            <p:spPr>
              <a:xfrm>
                <a:off x="345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5" name="直接连接符 2094"/>
              <p:cNvSpPr/>
              <p:nvPr/>
            </p:nvSpPr>
            <p:spPr>
              <a:xfrm>
                <a:off x="364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6" name="直接连接符 2095"/>
              <p:cNvSpPr/>
              <p:nvPr/>
            </p:nvSpPr>
            <p:spPr>
              <a:xfrm>
                <a:off x="384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7" name="直接连接符 2096"/>
              <p:cNvSpPr/>
              <p:nvPr/>
            </p:nvSpPr>
            <p:spPr>
              <a:xfrm>
                <a:off x="403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8" name="直接连接符 2097"/>
              <p:cNvSpPr/>
              <p:nvPr/>
            </p:nvSpPr>
            <p:spPr>
              <a:xfrm>
                <a:off x="422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9" name="直接连接符 2098"/>
              <p:cNvSpPr/>
              <p:nvPr/>
            </p:nvSpPr>
            <p:spPr>
              <a:xfrm>
                <a:off x="441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0" name="直接连接符 2099"/>
              <p:cNvSpPr/>
              <p:nvPr/>
            </p:nvSpPr>
            <p:spPr>
              <a:xfrm>
                <a:off x="460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1" name="直接连接符 2100"/>
              <p:cNvSpPr/>
              <p:nvPr/>
            </p:nvSpPr>
            <p:spPr>
              <a:xfrm>
                <a:off x="480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2" name="直接连接符 2101"/>
              <p:cNvSpPr/>
              <p:nvPr/>
            </p:nvSpPr>
            <p:spPr>
              <a:xfrm>
                <a:off x="499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3" name="直接连接符 2102"/>
              <p:cNvSpPr/>
              <p:nvPr/>
            </p:nvSpPr>
            <p:spPr>
              <a:xfrm>
                <a:off x="518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4" name="直接连接符 2103"/>
              <p:cNvSpPr/>
              <p:nvPr/>
            </p:nvSpPr>
            <p:spPr>
              <a:xfrm>
                <a:off x="537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5" name="直接连接符 2104"/>
              <p:cNvSpPr/>
              <p:nvPr/>
            </p:nvSpPr>
            <p:spPr>
              <a:xfrm>
                <a:off x="556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106" name="直接连接符 2105"/>
            <p:cNvSpPr/>
            <p:nvPr/>
          </p:nvSpPr>
          <p:spPr>
            <a:xfrm>
              <a:off x="5568" y="0"/>
              <a:ext cx="0" cy="1488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lvl="0" indent="0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07" name="直接连接符 2106"/>
          <p:cNvSpPr/>
          <p:nvPr/>
        </p:nvSpPr>
        <p:spPr>
          <a:xfrm>
            <a:off x="803275" y="887413"/>
            <a:ext cx="0" cy="2851150"/>
          </a:xfrm>
          <a:prstGeom prst="line">
            <a:avLst/>
          </a:prstGeom>
          <a:ln w="57150" cap="flat" cmpd="thinThick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08" name="直接连接符 2107"/>
          <p:cNvSpPr/>
          <p:nvPr/>
        </p:nvSpPr>
        <p:spPr>
          <a:xfrm flipH="1" flipV="1">
            <a:off x="457200" y="1489075"/>
            <a:ext cx="6049963" cy="1588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09" name="任意多边形 2108"/>
          <p:cNvSpPr/>
          <p:nvPr/>
        </p:nvSpPr>
        <p:spPr>
          <a:xfrm rot="-5400000" flipH="1">
            <a:off x="674688" y="1365250"/>
            <a:ext cx="247650" cy="249238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rect">
              <a:fillToRect l="50000" t="50000" r="50000" b="50000"/>
            </a:path>
            <a:tileRect/>
          </a:gradFill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10" name="直接连接符 2109"/>
          <p:cNvSpPr/>
          <p:nvPr/>
        </p:nvSpPr>
        <p:spPr>
          <a:xfrm flipV="1">
            <a:off x="2565400" y="5737225"/>
            <a:ext cx="60452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11" name="直接连接符 2110"/>
          <p:cNvSpPr/>
          <p:nvPr/>
        </p:nvSpPr>
        <p:spPr>
          <a:xfrm flipH="1">
            <a:off x="8286750" y="3371850"/>
            <a:ext cx="0" cy="2876550"/>
          </a:xfrm>
          <a:prstGeom prst="line">
            <a:avLst/>
          </a:prstGeom>
          <a:ln w="57150" cap="flat" cmpd="thickThin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12" name="任意多边形 2111"/>
          <p:cNvSpPr/>
          <p:nvPr/>
        </p:nvSpPr>
        <p:spPr>
          <a:xfrm rot="5400000">
            <a:off x="8166100" y="5584825"/>
            <a:ext cx="247650" cy="25082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57150" cap="flat" cmpd="thickThin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13" name="矩形 2117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114" name="图片 2118" descr="logo3"/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24800" y="6196013"/>
            <a:ext cx="838200" cy="466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15" name="图片 2119" descr="new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16" name="图片 2120" descr="new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17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2118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sp>
        <p:nvSpPr>
          <p:cNvPr id="2119" name="日期占位符 2114"/>
          <p:cNvSpPr>
            <a:spLocks noGrp="1"/>
          </p:cNvSpPr>
          <p:nvPr>
            <p:ph type="dt" sz="quarter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2120" name="页脚占位符 2115"/>
          <p:cNvSpPr>
            <a:spLocks noGrp="1"/>
          </p:cNvSpPr>
          <p:nvPr>
            <p:ph type="ftr" sz="quarte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ctr"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2121" name="灯片编号占位符 2116"/>
          <p:cNvSpPr>
            <a:spLocks noGrp="1"/>
          </p:cNvSpPr>
          <p:nvPr>
            <p:ph type="sldNum" sz="quarter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r"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7" r:id="rId1"/>
    <p:sldLayoutId id="2147484058" r:id="rId2"/>
    <p:sldLayoutId id="2147484059" r:id="rId3"/>
    <p:sldLayoutId id="2147484060" r:id="rId4"/>
    <p:sldLayoutId id="2147484061" r:id="rId5"/>
    <p:sldLayoutId id="2147484062" r:id="rId6"/>
    <p:sldLayoutId id="2147484063" r:id="rId7"/>
    <p:sldLayoutId id="2147484064" r:id="rId8"/>
    <p:sldLayoutId id="2147484065" r:id="rId9"/>
    <p:sldLayoutId id="2147484066" r:id="rId10"/>
    <p:sldLayoutId id="214748406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70" r:id="rId2"/>
    <p:sldLayoutId id="2147484071" r:id="rId3"/>
    <p:sldLayoutId id="2147484072" r:id="rId4"/>
    <p:sldLayoutId id="2147484073" r:id="rId5"/>
    <p:sldLayoutId id="2147484074" r:id="rId6"/>
    <p:sldLayoutId id="2147484075" r:id="rId7"/>
    <p:sldLayoutId id="2147484076" r:id="rId8"/>
    <p:sldLayoutId id="2147484077" r:id="rId9"/>
    <p:sldLayoutId id="2147484078" r:id="rId10"/>
    <p:sldLayoutId id="214748407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93" r:id="rId1"/>
    <p:sldLayoutId id="2147484094" r:id="rId2"/>
    <p:sldLayoutId id="2147484095" r:id="rId3"/>
    <p:sldLayoutId id="2147484096" r:id="rId4"/>
    <p:sldLayoutId id="2147484097" r:id="rId5"/>
    <p:sldLayoutId id="2147484098" r:id="rId6"/>
    <p:sldLayoutId id="2147484099" r:id="rId7"/>
    <p:sldLayoutId id="2147484100" r:id="rId8"/>
    <p:sldLayoutId id="2147484101" r:id="rId9"/>
    <p:sldLayoutId id="2147484102" r:id="rId10"/>
    <p:sldLayoutId id="214748410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05" r:id="rId1"/>
    <p:sldLayoutId id="2147484106" r:id="rId2"/>
    <p:sldLayoutId id="2147484107" r:id="rId3"/>
    <p:sldLayoutId id="2147484108" r:id="rId4"/>
    <p:sldLayoutId id="2147484109" r:id="rId5"/>
    <p:sldLayoutId id="2147484110" r:id="rId6"/>
    <p:sldLayoutId id="2147484111" r:id="rId7"/>
    <p:sldLayoutId id="2147484112" r:id="rId8"/>
    <p:sldLayoutId id="2147484113" r:id="rId9"/>
    <p:sldLayoutId id="2147484114" r:id="rId10"/>
    <p:sldLayoutId id="214748411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7" r:id="rId1"/>
    <p:sldLayoutId id="2147484118" r:id="rId2"/>
    <p:sldLayoutId id="2147484119" r:id="rId3"/>
    <p:sldLayoutId id="2147484120" r:id="rId4"/>
    <p:sldLayoutId id="2147484121" r:id="rId5"/>
    <p:sldLayoutId id="2147484122" r:id="rId6"/>
    <p:sldLayoutId id="2147484123" r:id="rId7"/>
    <p:sldLayoutId id="2147484124" r:id="rId8"/>
    <p:sldLayoutId id="2147484125" r:id="rId9"/>
    <p:sldLayoutId id="2147484126" r:id="rId10"/>
    <p:sldLayoutId id="214748412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29" r:id="rId1"/>
    <p:sldLayoutId id="2147484130" r:id="rId2"/>
    <p:sldLayoutId id="2147484131" r:id="rId3"/>
    <p:sldLayoutId id="2147484132" r:id="rId4"/>
    <p:sldLayoutId id="2147484133" r:id="rId5"/>
    <p:sldLayoutId id="2147484134" r:id="rId6"/>
    <p:sldLayoutId id="2147484135" r:id="rId7"/>
    <p:sldLayoutId id="2147484136" r:id="rId8"/>
    <p:sldLayoutId id="2147484137" r:id="rId9"/>
    <p:sldLayoutId id="2147484138" r:id="rId10"/>
    <p:sldLayoutId id="214748413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1" r:id="rId1"/>
    <p:sldLayoutId id="2147484142" r:id="rId2"/>
    <p:sldLayoutId id="2147484143" r:id="rId3"/>
    <p:sldLayoutId id="2147484144" r:id="rId4"/>
    <p:sldLayoutId id="2147484145" r:id="rId5"/>
    <p:sldLayoutId id="2147484146" r:id="rId6"/>
    <p:sldLayoutId id="2147484147" r:id="rId7"/>
    <p:sldLayoutId id="2147484148" r:id="rId8"/>
    <p:sldLayoutId id="2147484149" r:id="rId9"/>
    <p:sldLayoutId id="2147484150" r:id="rId10"/>
    <p:sldLayoutId id="214748415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53" r:id="rId1"/>
    <p:sldLayoutId id="2147484154" r:id="rId2"/>
    <p:sldLayoutId id="2147484155" r:id="rId3"/>
    <p:sldLayoutId id="2147484156" r:id="rId4"/>
    <p:sldLayoutId id="2147484157" r:id="rId5"/>
    <p:sldLayoutId id="2147484158" r:id="rId6"/>
    <p:sldLayoutId id="2147484159" r:id="rId7"/>
    <p:sldLayoutId id="2147484160" r:id="rId8"/>
    <p:sldLayoutId id="2147484161" r:id="rId9"/>
    <p:sldLayoutId id="2147484162" r:id="rId10"/>
    <p:sldLayoutId id="214748416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65" r:id="rId1"/>
    <p:sldLayoutId id="2147484166" r:id="rId2"/>
    <p:sldLayoutId id="2147484167" r:id="rId3"/>
    <p:sldLayoutId id="2147484168" r:id="rId4"/>
    <p:sldLayoutId id="2147484169" r:id="rId5"/>
    <p:sldLayoutId id="2147484170" r:id="rId6"/>
    <p:sldLayoutId id="2147484171" r:id="rId7"/>
    <p:sldLayoutId id="2147484172" r:id="rId8"/>
    <p:sldLayoutId id="2147484173" r:id="rId9"/>
    <p:sldLayoutId id="2147484174" r:id="rId10"/>
    <p:sldLayoutId id="214748417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77" r:id="rId1"/>
    <p:sldLayoutId id="2147484178" r:id="rId2"/>
    <p:sldLayoutId id="2147484179" r:id="rId3"/>
    <p:sldLayoutId id="2147484180" r:id="rId4"/>
    <p:sldLayoutId id="2147484181" r:id="rId5"/>
    <p:sldLayoutId id="2147484182" r:id="rId6"/>
    <p:sldLayoutId id="2147484183" r:id="rId7"/>
    <p:sldLayoutId id="2147484184" r:id="rId8"/>
    <p:sldLayoutId id="2147484185" r:id="rId9"/>
    <p:sldLayoutId id="2147484186" r:id="rId10"/>
    <p:sldLayoutId id="214748418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89" r:id="rId1"/>
    <p:sldLayoutId id="2147484190" r:id="rId2"/>
    <p:sldLayoutId id="2147484191" r:id="rId3"/>
    <p:sldLayoutId id="2147484192" r:id="rId4"/>
    <p:sldLayoutId id="2147484193" r:id="rId5"/>
    <p:sldLayoutId id="2147484194" r:id="rId6"/>
    <p:sldLayoutId id="2147484195" r:id="rId7"/>
    <p:sldLayoutId id="2147484196" r:id="rId8"/>
    <p:sldLayoutId id="2147484197" r:id="rId9"/>
    <p:sldLayoutId id="2147484198" r:id="rId10"/>
    <p:sldLayoutId id="214748419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01" r:id="rId1"/>
    <p:sldLayoutId id="2147484202" r:id="rId2"/>
    <p:sldLayoutId id="2147484203" r:id="rId3"/>
    <p:sldLayoutId id="2147484204" r:id="rId4"/>
    <p:sldLayoutId id="2147484205" r:id="rId5"/>
    <p:sldLayoutId id="2147484206" r:id="rId6"/>
    <p:sldLayoutId id="2147484207" r:id="rId7"/>
    <p:sldLayoutId id="2147484208" r:id="rId8"/>
    <p:sldLayoutId id="2147484209" r:id="rId9"/>
    <p:sldLayoutId id="2147484210" r:id="rId10"/>
    <p:sldLayoutId id="214748421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13" r:id="rId1"/>
    <p:sldLayoutId id="2147484214" r:id="rId2"/>
    <p:sldLayoutId id="2147484215" r:id="rId3"/>
    <p:sldLayoutId id="2147484216" r:id="rId4"/>
    <p:sldLayoutId id="2147484217" r:id="rId5"/>
    <p:sldLayoutId id="2147484218" r:id="rId6"/>
    <p:sldLayoutId id="2147484219" r:id="rId7"/>
    <p:sldLayoutId id="2147484220" r:id="rId8"/>
    <p:sldLayoutId id="2147484221" r:id="rId9"/>
    <p:sldLayoutId id="2147484222" r:id="rId10"/>
    <p:sldLayoutId id="214748422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226" r:id="rId2"/>
    <p:sldLayoutId id="2147484227" r:id="rId3"/>
    <p:sldLayoutId id="2147484228" r:id="rId4"/>
    <p:sldLayoutId id="2147484229" r:id="rId5"/>
    <p:sldLayoutId id="2147484230" r:id="rId6"/>
    <p:sldLayoutId id="2147484231" r:id="rId7"/>
    <p:sldLayoutId id="2147484232" r:id="rId8"/>
    <p:sldLayoutId id="2147484233" r:id="rId9"/>
    <p:sldLayoutId id="2147484234" r:id="rId10"/>
    <p:sldLayoutId id="214748423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7" r:id="rId1"/>
    <p:sldLayoutId id="2147484238" r:id="rId2"/>
    <p:sldLayoutId id="2147484239" r:id="rId3"/>
    <p:sldLayoutId id="2147484240" r:id="rId4"/>
    <p:sldLayoutId id="2147484241" r:id="rId5"/>
    <p:sldLayoutId id="2147484242" r:id="rId6"/>
    <p:sldLayoutId id="2147484243" r:id="rId7"/>
    <p:sldLayoutId id="2147484244" r:id="rId8"/>
    <p:sldLayoutId id="2147484245" r:id="rId9"/>
    <p:sldLayoutId id="2147484246" r:id="rId10"/>
    <p:sldLayoutId id="214748424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49" r:id="rId1"/>
    <p:sldLayoutId id="2147484250" r:id="rId2"/>
    <p:sldLayoutId id="2147484251" r:id="rId3"/>
    <p:sldLayoutId id="2147484252" r:id="rId4"/>
    <p:sldLayoutId id="2147484253" r:id="rId5"/>
    <p:sldLayoutId id="2147484254" r:id="rId6"/>
    <p:sldLayoutId id="2147484255" r:id="rId7"/>
    <p:sldLayoutId id="2147484256" r:id="rId8"/>
    <p:sldLayoutId id="2147484257" r:id="rId9"/>
    <p:sldLayoutId id="2147484258" r:id="rId10"/>
    <p:sldLayoutId id="21474842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61" r:id="rId1"/>
    <p:sldLayoutId id="2147484262" r:id="rId2"/>
    <p:sldLayoutId id="2147484263" r:id="rId3"/>
    <p:sldLayoutId id="2147484264" r:id="rId4"/>
    <p:sldLayoutId id="2147484265" r:id="rId5"/>
    <p:sldLayoutId id="2147484266" r:id="rId6"/>
    <p:sldLayoutId id="2147484267" r:id="rId7"/>
    <p:sldLayoutId id="2147484268" r:id="rId8"/>
    <p:sldLayoutId id="2147484269" r:id="rId9"/>
    <p:sldLayoutId id="2147484270" r:id="rId10"/>
    <p:sldLayoutId id="21474842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73" r:id="rId1"/>
    <p:sldLayoutId id="2147484274" r:id="rId2"/>
    <p:sldLayoutId id="2147484275" r:id="rId3"/>
    <p:sldLayoutId id="2147484276" r:id="rId4"/>
    <p:sldLayoutId id="2147484277" r:id="rId5"/>
    <p:sldLayoutId id="2147484278" r:id="rId6"/>
    <p:sldLayoutId id="2147484279" r:id="rId7"/>
    <p:sldLayoutId id="2147484280" r:id="rId8"/>
    <p:sldLayoutId id="2147484281" r:id="rId9"/>
    <p:sldLayoutId id="2147484282" r:id="rId10"/>
    <p:sldLayoutId id="21474842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85" r:id="rId1"/>
    <p:sldLayoutId id="2147484286" r:id="rId2"/>
    <p:sldLayoutId id="2147484287" r:id="rId3"/>
    <p:sldLayoutId id="2147484288" r:id="rId4"/>
    <p:sldLayoutId id="2147484289" r:id="rId5"/>
    <p:sldLayoutId id="2147484290" r:id="rId6"/>
    <p:sldLayoutId id="2147484291" r:id="rId7"/>
    <p:sldLayoutId id="2147484292" r:id="rId8"/>
    <p:sldLayoutId id="2147484293" r:id="rId9"/>
    <p:sldLayoutId id="2147484294" r:id="rId10"/>
    <p:sldLayoutId id="21474842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97" r:id="rId1"/>
    <p:sldLayoutId id="2147484298" r:id="rId2"/>
    <p:sldLayoutId id="2147484299" r:id="rId3"/>
    <p:sldLayoutId id="2147484300" r:id="rId4"/>
    <p:sldLayoutId id="2147484301" r:id="rId5"/>
    <p:sldLayoutId id="2147484302" r:id="rId6"/>
    <p:sldLayoutId id="2147484303" r:id="rId7"/>
    <p:sldLayoutId id="2147484304" r:id="rId8"/>
    <p:sldLayoutId id="2147484305" r:id="rId9"/>
    <p:sldLayoutId id="2147484306" r:id="rId10"/>
    <p:sldLayoutId id="214748430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09" r:id="rId1"/>
    <p:sldLayoutId id="2147484310" r:id="rId2"/>
    <p:sldLayoutId id="2147484311" r:id="rId3"/>
    <p:sldLayoutId id="2147484312" r:id="rId4"/>
    <p:sldLayoutId id="2147484313" r:id="rId5"/>
    <p:sldLayoutId id="2147484314" r:id="rId6"/>
    <p:sldLayoutId id="2147484315" r:id="rId7"/>
    <p:sldLayoutId id="2147484316" r:id="rId8"/>
    <p:sldLayoutId id="2147484317" r:id="rId9"/>
    <p:sldLayoutId id="2147484318" r:id="rId10"/>
    <p:sldLayoutId id="214748431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21" r:id="rId1"/>
    <p:sldLayoutId id="2147484322" r:id="rId2"/>
    <p:sldLayoutId id="2147484323" r:id="rId3"/>
    <p:sldLayoutId id="2147484324" r:id="rId4"/>
    <p:sldLayoutId id="2147484325" r:id="rId5"/>
    <p:sldLayoutId id="2147484326" r:id="rId6"/>
    <p:sldLayoutId id="2147484327" r:id="rId7"/>
    <p:sldLayoutId id="2147484328" r:id="rId8"/>
    <p:sldLayoutId id="2147484329" r:id="rId9"/>
    <p:sldLayoutId id="2147484330" r:id="rId10"/>
    <p:sldLayoutId id="214748433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33" r:id="rId1"/>
    <p:sldLayoutId id="2147484334" r:id="rId2"/>
    <p:sldLayoutId id="2147484335" r:id="rId3"/>
    <p:sldLayoutId id="2147484336" r:id="rId4"/>
    <p:sldLayoutId id="2147484337" r:id="rId5"/>
    <p:sldLayoutId id="2147484338" r:id="rId6"/>
    <p:sldLayoutId id="2147484339" r:id="rId7"/>
    <p:sldLayoutId id="2147484340" r:id="rId8"/>
    <p:sldLayoutId id="2147484341" r:id="rId9"/>
    <p:sldLayoutId id="2147484342" r:id="rId10"/>
    <p:sldLayoutId id="214748434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45" r:id="rId1"/>
    <p:sldLayoutId id="2147484346" r:id="rId2"/>
    <p:sldLayoutId id="2147484347" r:id="rId3"/>
    <p:sldLayoutId id="2147484348" r:id="rId4"/>
    <p:sldLayoutId id="2147484349" r:id="rId5"/>
    <p:sldLayoutId id="2147484350" r:id="rId6"/>
    <p:sldLayoutId id="2147484351" r:id="rId7"/>
    <p:sldLayoutId id="2147484352" r:id="rId8"/>
    <p:sldLayoutId id="2147484353" r:id="rId9"/>
    <p:sldLayoutId id="2147484354" r:id="rId10"/>
    <p:sldLayoutId id="214748435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7" r:id="rId1"/>
    <p:sldLayoutId id="2147484358" r:id="rId2"/>
    <p:sldLayoutId id="2147484359" r:id="rId3"/>
    <p:sldLayoutId id="2147484360" r:id="rId4"/>
    <p:sldLayoutId id="2147484361" r:id="rId5"/>
    <p:sldLayoutId id="2147484362" r:id="rId6"/>
    <p:sldLayoutId id="2147484363" r:id="rId7"/>
    <p:sldLayoutId id="2147484364" r:id="rId8"/>
    <p:sldLayoutId id="2147484365" r:id="rId9"/>
    <p:sldLayoutId id="2147484366" r:id="rId10"/>
    <p:sldLayoutId id="214748436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69" r:id="rId1"/>
    <p:sldLayoutId id="2147484370" r:id="rId2"/>
    <p:sldLayoutId id="2147484371" r:id="rId3"/>
    <p:sldLayoutId id="2147484372" r:id="rId4"/>
    <p:sldLayoutId id="2147484373" r:id="rId5"/>
    <p:sldLayoutId id="2147484374" r:id="rId6"/>
    <p:sldLayoutId id="2147484375" r:id="rId7"/>
    <p:sldLayoutId id="2147484376" r:id="rId8"/>
    <p:sldLayoutId id="2147484377" r:id="rId9"/>
    <p:sldLayoutId id="2147484378" r:id="rId10"/>
    <p:sldLayoutId id="214748437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81" r:id="rId1"/>
    <p:sldLayoutId id="2147484382" r:id="rId2"/>
    <p:sldLayoutId id="2147484383" r:id="rId3"/>
    <p:sldLayoutId id="2147484384" r:id="rId4"/>
    <p:sldLayoutId id="2147484385" r:id="rId5"/>
    <p:sldLayoutId id="2147484386" r:id="rId6"/>
    <p:sldLayoutId id="2147484387" r:id="rId7"/>
    <p:sldLayoutId id="2147484388" r:id="rId8"/>
    <p:sldLayoutId id="2147484389" r:id="rId9"/>
    <p:sldLayoutId id="2147484390" r:id="rId10"/>
    <p:sldLayoutId id="214748439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93" r:id="rId1"/>
    <p:sldLayoutId id="2147484394" r:id="rId2"/>
    <p:sldLayoutId id="2147484395" r:id="rId3"/>
    <p:sldLayoutId id="2147484396" r:id="rId4"/>
    <p:sldLayoutId id="2147484397" r:id="rId5"/>
    <p:sldLayoutId id="2147484398" r:id="rId6"/>
    <p:sldLayoutId id="2147484399" r:id="rId7"/>
    <p:sldLayoutId id="2147484400" r:id="rId8"/>
    <p:sldLayoutId id="2147484401" r:id="rId9"/>
    <p:sldLayoutId id="2147484402" r:id="rId10"/>
    <p:sldLayoutId id="214748440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17" r:id="rId1"/>
    <p:sldLayoutId id="2147484418" r:id="rId2"/>
    <p:sldLayoutId id="2147484419" r:id="rId3"/>
    <p:sldLayoutId id="2147484420" r:id="rId4"/>
    <p:sldLayoutId id="2147484421" r:id="rId5"/>
    <p:sldLayoutId id="2147484422" r:id="rId6"/>
    <p:sldLayoutId id="2147484423" r:id="rId7"/>
    <p:sldLayoutId id="2147484424" r:id="rId8"/>
    <p:sldLayoutId id="2147484425" r:id="rId9"/>
    <p:sldLayoutId id="2147484426" r:id="rId10"/>
    <p:sldLayoutId id="214748442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29" r:id="rId1"/>
    <p:sldLayoutId id="2147484430" r:id="rId2"/>
    <p:sldLayoutId id="2147484431" r:id="rId3"/>
    <p:sldLayoutId id="2147484432" r:id="rId4"/>
    <p:sldLayoutId id="2147484433" r:id="rId5"/>
    <p:sldLayoutId id="2147484434" r:id="rId6"/>
    <p:sldLayoutId id="2147484435" r:id="rId7"/>
    <p:sldLayoutId id="2147484436" r:id="rId8"/>
    <p:sldLayoutId id="2147484437" r:id="rId9"/>
    <p:sldLayoutId id="2147484438" r:id="rId10"/>
    <p:sldLayoutId id="214748443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53" r:id="rId1"/>
    <p:sldLayoutId id="2147484454" r:id="rId2"/>
    <p:sldLayoutId id="2147484455" r:id="rId3"/>
    <p:sldLayoutId id="2147484456" r:id="rId4"/>
    <p:sldLayoutId id="2147484457" r:id="rId5"/>
    <p:sldLayoutId id="2147484458" r:id="rId6"/>
    <p:sldLayoutId id="2147484459" r:id="rId7"/>
    <p:sldLayoutId id="2147484460" r:id="rId8"/>
    <p:sldLayoutId id="2147484461" r:id="rId9"/>
    <p:sldLayoutId id="2147484462" r:id="rId10"/>
    <p:sldLayoutId id="214748446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65" r:id="rId1"/>
    <p:sldLayoutId id="2147484466" r:id="rId2"/>
    <p:sldLayoutId id="2147484467" r:id="rId3"/>
    <p:sldLayoutId id="2147484468" r:id="rId4"/>
    <p:sldLayoutId id="2147484469" r:id="rId5"/>
    <p:sldLayoutId id="2147484470" r:id="rId6"/>
    <p:sldLayoutId id="2147484471" r:id="rId7"/>
    <p:sldLayoutId id="2147484472" r:id="rId8"/>
    <p:sldLayoutId id="2147484473" r:id="rId9"/>
    <p:sldLayoutId id="2147484474" r:id="rId10"/>
    <p:sldLayoutId id="214748447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7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77" r:id="rId1"/>
    <p:sldLayoutId id="2147484478" r:id="rId2"/>
    <p:sldLayoutId id="2147484479" r:id="rId3"/>
    <p:sldLayoutId id="2147484480" r:id="rId4"/>
    <p:sldLayoutId id="2147484481" r:id="rId5"/>
    <p:sldLayoutId id="2147484482" r:id="rId6"/>
    <p:sldLayoutId id="2147484483" r:id="rId7"/>
    <p:sldLayoutId id="2147484484" r:id="rId8"/>
    <p:sldLayoutId id="2147484485" r:id="rId9"/>
    <p:sldLayoutId id="2147484486" r:id="rId10"/>
    <p:sldLayoutId id="214748448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7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89" r:id="rId1"/>
    <p:sldLayoutId id="2147484490" r:id="rId2"/>
    <p:sldLayoutId id="2147484491" r:id="rId3"/>
    <p:sldLayoutId id="2147484492" r:id="rId4"/>
    <p:sldLayoutId id="2147484493" r:id="rId5"/>
    <p:sldLayoutId id="2147484494" r:id="rId6"/>
    <p:sldLayoutId id="2147484495" r:id="rId7"/>
    <p:sldLayoutId id="2147484496" r:id="rId8"/>
    <p:sldLayoutId id="2147484497" r:id="rId9"/>
    <p:sldLayoutId id="2147484498" r:id="rId10"/>
    <p:sldLayoutId id="214748449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7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01" r:id="rId1"/>
    <p:sldLayoutId id="2147484502" r:id="rId2"/>
    <p:sldLayoutId id="2147484503" r:id="rId3"/>
    <p:sldLayoutId id="2147484504" r:id="rId4"/>
    <p:sldLayoutId id="2147484505" r:id="rId5"/>
    <p:sldLayoutId id="2147484506" r:id="rId6"/>
    <p:sldLayoutId id="2147484507" r:id="rId7"/>
    <p:sldLayoutId id="2147484508" r:id="rId8"/>
    <p:sldLayoutId id="2147484509" r:id="rId9"/>
    <p:sldLayoutId id="2147484510" r:id="rId10"/>
    <p:sldLayoutId id="214748451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Layout" Target="../slideLayouts/slideLayout8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slideLayout" Target="../slideLayouts/slideLayout9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06.xml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28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39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50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72.xml"/><Relationship Id="rId1" Type="http://schemas.openxmlformats.org/officeDocument/2006/relationships/tags" Target="../tags/tag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73.xml"/><Relationship Id="rId1" Type="http://schemas.openxmlformats.org/officeDocument/2006/relationships/tags" Target="../tags/tag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3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4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62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5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6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7.xml"/><Relationship Id="rId1" Type="http://schemas.openxmlformats.org/officeDocument/2006/relationships/tags" Target="../tags/tag2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8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5" Type="http://schemas.openxmlformats.org/officeDocument/2006/relationships/image" Target="../media/image17.png"/><Relationship Id="rId4" Type="http://schemas.openxmlformats.org/officeDocument/2006/relationships/slideLayout" Target="../slideLayouts/slideLayout24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5" Type="http://schemas.openxmlformats.org/officeDocument/2006/relationships/image" Target="../media/image18.png"/><Relationship Id="rId4" Type="http://schemas.openxmlformats.org/officeDocument/2006/relationships/slideLayout" Target="../slideLayouts/slideLayout26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1.xml"/><Relationship Id="rId1" Type="http://schemas.openxmlformats.org/officeDocument/2006/relationships/tags" Target="../tags/tag3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2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3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image" Target="../media/image20.png"/><Relationship Id="rId4" Type="http://schemas.openxmlformats.org/officeDocument/2006/relationships/slideLayout" Target="../slideLayouts/slideLayout30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5.xml"/><Relationship Id="rId1" Type="http://schemas.openxmlformats.org/officeDocument/2006/relationships/tags" Target="../tags/tag4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6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7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9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0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81.xml"/><Relationship Id="rId1" Type="http://schemas.openxmlformats.org/officeDocument/2006/relationships/tags" Target="../tags/tag5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2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4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5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3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4" Type="http://schemas.openxmlformats.org/officeDocument/2006/relationships/image" Target="../media/image2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14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4" Type="http://schemas.openxmlformats.org/officeDocument/2006/relationships/image" Target="../media/image2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36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4" Type="http://schemas.openxmlformats.org/officeDocument/2006/relationships/image" Target="../media/image2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7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image" Target="../media/image2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58.xml"/><Relationship Id="rId1" Type="http://schemas.openxmlformats.org/officeDocument/2006/relationships/tags" Target="../tags/tag6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69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4" Type="http://schemas.openxmlformats.org/officeDocument/2006/relationships/image" Target="../media/image2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80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4" Type="http://schemas.openxmlformats.org/officeDocument/2006/relationships/image" Target="../media/image2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91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4" Type="http://schemas.openxmlformats.org/officeDocument/2006/relationships/image" Target="../media/image2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2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4" Type="http://schemas.openxmlformats.org/officeDocument/2006/relationships/image" Target="../media/image2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13.xml"/><Relationship Id="rId1" Type="http://schemas.openxmlformats.org/officeDocument/2006/relationships/tags" Target="../tags/tag7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4.xml"/><Relationship Id="rId1" Type="http://schemas.openxmlformats.org/officeDocument/2006/relationships/tags" Target="../tags/tag7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5.xml"/><Relationship Id="rId1" Type="http://schemas.openxmlformats.org/officeDocument/2006/relationships/tags" Target="../tags/tag7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546.xml"/><Relationship Id="rId1" Type="http://schemas.openxmlformats.org/officeDocument/2006/relationships/tags" Target="../tags/tag7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57.xml"/><Relationship Id="rId1" Type="http://schemas.openxmlformats.org/officeDocument/2006/relationships/tags" Target="../tags/tag7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68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4" Type="http://schemas.openxmlformats.org/officeDocument/2006/relationships/image" Target="../media/image2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slideLayout" Target="../slideLayouts/slideLayout579.xml"/><Relationship Id="rId5" Type="http://schemas.openxmlformats.org/officeDocument/2006/relationships/tags" Target="../tags/tag85.xml"/><Relationship Id="rId4" Type="http://schemas.openxmlformats.org/officeDocument/2006/relationships/tags" Target="../tags/tag8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590.xml"/><Relationship Id="rId4" Type="http://schemas.openxmlformats.org/officeDocument/2006/relationships/tags" Target="../tags/tag8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01.xml"/><Relationship Id="rId1" Type="http://schemas.openxmlformats.org/officeDocument/2006/relationships/tags" Target="../tags/tag9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612.xml"/><Relationship Id="rId1" Type="http://schemas.openxmlformats.org/officeDocument/2006/relationships/tags" Target="../tags/tag9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623.xml"/><Relationship Id="rId1" Type="http://schemas.openxmlformats.org/officeDocument/2006/relationships/tags" Target="../tags/tag9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8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89.xml"/><Relationship Id="rId1" Type="http://schemas.openxmlformats.org/officeDocument/2006/relationships/tags" Target="../tags/tag9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0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22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标题 4097"/>
          <p:cNvSpPr>
            <a:spLocks noGrp="1"/>
          </p:cNvSpPr>
          <p:nvPr>
            <p:ph type="ctrTitle" idx="4294967295"/>
          </p:nvPr>
        </p:nvSpPr>
        <p:spPr>
          <a:xfrm>
            <a:off x="1143000" y="1752600"/>
            <a:ext cx="7487285" cy="1066800"/>
          </a:xfrm>
        </p:spPr>
        <p:txBody>
          <a:bodyPr anchor="b" anchorCtr="0"/>
          <a:lstStyle>
            <a:lvl1pPr lvl="0">
              <a:buClrTx/>
              <a:buSzTx/>
              <a:buFontTx/>
              <a:defRPr/>
            </a:lvl1pPr>
          </a:lstStyle>
          <a:p>
            <a:pPr lvl="0" indent="0" defTabSz="914400"/>
            <a:r>
              <a:rPr lang="zh-CN" altLang="en-US" sz="3600">
                <a:latin typeface="Tahoma" panose="020B0604030504040204" pitchFamily="2" charset="0"/>
                <a:ea typeface="黑体" panose="02010609060101010101" pitchFamily="2" charset="-122"/>
                <a:sym typeface="+mn-ea"/>
              </a:rPr>
              <a:t>第三章 程序的转换及机器级表示</a:t>
            </a:r>
            <a:endParaRPr lang="zh-CN" altLang="en-US" sz="3600">
              <a:latin typeface="Tahoma" panose="020B0604030504040204" pitchFamily="2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98425"/>
            <a:ext cx="8229600" cy="725170"/>
          </a:xfrm>
        </p:spPr>
        <p:txBody>
          <a:bodyPr vert="horz" wrap="square" lIns="91440" tIns="45720" rIns="91440" bIns="45720" anchor="ctr" anchorCtr="0"/>
          <a:lstStyle/>
          <a:p>
            <a:pPr algn="ctr">
              <a:buClrTx/>
              <a:buSzTx/>
              <a:buFont typeface="Arial" panose="020B0604020202020204" pitchFamily="34" charset="0"/>
            </a:pPr>
            <a:r>
              <a:rPr lang="zh-CN" altLang="en-US" sz="4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主要内容</a:t>
            </a:r>
          </a:p>
        </p:txBody>
      </p:sp>
      <p:sp>
        <p:nvSpPr>
          <p:cNvPr id="4099" name="Rectangle 3"/>
          <p:cNvSpPr>
            <a:spLocks noGrp="1"/>
          </p:cNvSpPr>
          <p:nvPr>
            <p:ph type="body" idx="4294967295"/>
          </p:nvPr>
        </p:nvSpPr>
        <p:spPr>
          <a:xfrm>
            <a:off x="899795" y="1844675"/>
            <a:ext cx="7581900" cy="4207510"/>
          </a:xfrm>
        </p:spPr>
        <p:txBody>
          <a:bodyPr vert="horz" wrap="square" lIns="91440" tIns="45720" rIns="91440" bIns="45720" anchor="t" anchorCtr="0"/>
          <a:lstStyle/>
          <a:p>
            <a:pPr>
              <a:spcBef>
                <a:spcPts val="1600"/>
              </a:spcBef>
            </a:pPr>
            <a:r>
              <a:rPr lang="en-US" altLang="zh-CN" dirty="0">
                <a:solidFill>
                  <a:srgbClr val="FF0000"/>
                </a:solidFill>
                <a:ea typeface="黑体" panose="02010609060101010101" pitchFamily="2" charset="-122"/>
              </a:rPr>
              <a:t> </a:t>
            </a:r>
            <a:r>
              <a:rPr lang="en-US" altLang="zh-CN" dirty="0">
                <a:solidFill>
                  <a:srgbClr val="000066"/>
                </a:solidFill>
                <a:ea typeface="黑体" panose="02010609060101010101" pitchFamily="2" charset="-122"/>
              </a:rPr>
              <a:t>3.1 </a:t>
            </a:r>
            <a:r>
              <a:rPr lang="zh-CN" altLang="en-US" dirty="0">
                <a:solidFill>
                  <a:srgbClr val="000066"/>
                </a:solidFill>
                <a:ea typeface="黑体" panose="02010609060101010101" pitchFamily="2" charset="-122"/>
              </a:rPr>
              <a:t>程序转换概述</a:t>
            </a: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 </a:t>
            </a:r>
            <a:r>
              <a:rPr lang="en-US" altLang="zh-CN" dirty="0">
                <a:solidFill>
                  <a:srgbClr val="FF3300"/>
                </a:solidFill>
                <a:ea typeface="黑体" panose="02010609060101010101" pitchFamily="2" charset="-122"/>
                <a:sym typeface="+mn-ea"/>
              </a:rPr>
              <a:t>3.2 IA-32</a:t>
            </a:r>
            <a:r>
              <a:rPr lang="zh-CN" altLang="en-US" dirty="0">
                <a:solidFill>
                  <a:srgbClr val="FF3300"/>
                </a:solidFill>
                <a:ea typeface="黑体" panose="02010609060101010101" pitchFamily="2" charset="-122"/>
                <a:sym typeface="+mn-ea"/>
              </a:rPr>
              <a:t>指令系统概述</a:t>
            </a: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 3.3 IA-32</a:t>
            </a:r>
            <a:r>
              <a:rPr lang="zh-CN" altLang="en-US" dirty="0">
                <a:ea typeface="黑体" panose="02010609060101010101" pitchFamily="2" charset="-122"/>
                <a:sym typeface="+mn-ea"/>
              </a:rPr>
              <a:t>常用指令类型及其操作</a:t>
            </a:r>
            <a:endParaRPr lang="zh-CN" altLang="en-US" dirty="0">
              <a:ea typeface="黑体" panose="02010609060101010101" pitchFamily="2" charset="-122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</a:rPr>
              <a:t> 3.4 C</a:t>
            </a:r>
            <a:r>
              <a:rPr lang="zh-CN" altLang="en-US" dirty="0">
                <a:ea typeface="黑体" panose="02010609060101010101" pitchFamily="2" charset="-122"/>
              </a:rPr>
              <a:t>语言的机器级表示</a:t>
            </a: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</a:rPr>
              <a:t> 3.5 </a:t>
            </a:r>
            <a:r>
              <a:rPr lang="zh-CN" altLang="en-US" dirty="0">
                <a:ea typeface="黑体" panose="02010609060101010101" pitchFamily="2" charset="-122"/>
              </a:rPr>
              <a:t>复杂数据类型的分配和访问</a:t>
            </a: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</a:rPr>
              <a:t> 3.6 </a:t>
            </a:r>
            <a:r>
              <a:rPr lang="zh-CN" altLang="en-US" dirty="0">
                <a:ea typeface="黑体" panose="02010609060101010101" pitchFamily="2" charset="-122"/>
              </a:rPr>
              <a:t>越界访问和缓冲区攻击</a:t>
            </a:r>
          </a:p>
          <a:p>
            <a:pPr>
              <a:spcBef>
                <a:spcPts val="1600"/>
              </a:spcBef>
            </a:pPr>
            <a:endParaRPr lang="zh-CN" altLang="en-US" dirty="0"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一、数据类型及其格式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683895" y="1700530"/>
            <a:ext cx="7827645" cy="41376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0" algn="l">
              <a:lnSpc>
                <a:spcPct val="150000"/>
              </a:lnSpc>
              <a:buClrTx/>
              <a:buSzTx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IA-32指令系统中，操作数可以按存储方式分为：</a:t>
            </a:r>
          </a:p>
          <a:p>
            <a:pPr marL="457200" lvl="3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立即数</a:t>
            </a:r>
          </a:p>
          <a:p>
            <a:pPr marL="457200" lvl="3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寄存器操作数</a:t>
            </a:r>
          </a:p>
          <a:p>
            <a:pPr marL="457200" lvl="3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存储器操作数</a:t>
            </a:r>
            <a:endParaRPr lang="zh-CN" altLang="en-US" dirty="0">
              <a:latin typeface="楷体_GB2312" pitchFamily="1" charset="-122"/>
              <a:ea typeface="楷体_GB2312" pitchFamily="1" charset="-122"/>
            </a:endParaRPr>
          </a:p>
          <a:p>
            <a:pPr marL="457200" lvl="3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endParaRPr lang="zh-CN" altLang="en-US" dirty="0">
              <a:latin typeface="楷体_GB2312" pitchFamily="1" charset="-122"/>
              <a:ea typeface="楷体_GB2312" pitchFamily="1" charset="-122"/>
            </a:endParaRPr>
          </a:p>
          <a:p>
            <a:pPr marL="0" lvl="1" algn="l">
              <a:lnSpc>
                <a:spcPct val="150000"/>
              </a:lnSpc>
              <a:buClrTx/>
              <a:buSzTx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注：IA-32指令系统中，操作数被看作0/1序列。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AT&amp;T格式指令格式</a:t>
            </a: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899795" y="2205355"/>
          <a:ext cx="6856730" cy="3136900"/>
        </p:xfrm>
        <a:graphic>
          <a:graphicData uri="http://schemas.openxmlformats.org/drawingml/2006/table">
            <a:tbl>
              <a:tblPr/>
              <a:tblGrid>
                <a:gridCol w="3353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3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42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Intel格式</a:t>
                      </a:r>
                      <a:endParaRPr lang="en-US" altLang="en-US" sz="2400" b="1"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AT&amp;T格式</a:t>
                      </a:r>
                      <a:endParaRPr lang="en-US" altLang="en-US" sz="2400" b="1"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2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MOV EAX, 0</a:t>
                      </a:r>
                      <a:endParaRPr lang="en-US" altLang="en-US" sz="2400" b="1"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movl $0, %eax</a:t>
                      </a:r>
                      <a:endParaRPr lang="en-US" altLang="en-US" sz="2400" b="1">
                        <a:solidFill>
                          <a:srgbClr val="FF0000"/>
                        </a:solidFill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2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ADD EAX, EBX</a:t>
                      </a:r>
                      <a:endParaRPr lang="en-US" altLang="en-US" sz="2400" b="1"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addl</a:t>
                      </a:r>
                      <a:r>
                        <a:rPr lang="en-US" sz="2400" b="1"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 %ebx, %eax</a:t>
                      </a:r>
                      <a:endParaRPr lang="en-US" altLang="en-US" sz="2400" b="1"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42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INC ECX</a:t>
                      </a:r>
                      <a:endParaRPr lang="en-US" altLang="en-US" sz="2400" b="1"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incl</a:t>
                      </a:r>
                      <a:r>
                        <a:rPr lang="en-US" sz="2400" b="1"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 %ecx</a:t>
                      </a:r>
                      <a:endParaRPr lang="en-US" altLang="en-US" sz="2400" b="1"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文本框 8194"/>
          <p:cNvSpPr txBox="1"/>
          <p:nvPr>
            <p:custDataLst>
              <p:tags r:id="rId2"/>
            </p:custDataLst>
          </p:nvPr>
        </p:nvSpPr>
        <p:spPr>
          <a:xfrm>
            <a:off x="612140" y="1412875"/>
            <a:ext cx="7827645" cy="7937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0" algn="l">
              <a:lnSpc>
                <a:spcPct val="150000"/>
              </a:lnSpc>
              <a:buClrTx/>
              <a:buSzTx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AT&amp;T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格式和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Intel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格式的汇编指令对比：</a:t>
            </a:r>
          </a:p>
        </p:txBody>
      </p:sp>
      <p:sp>
        <p:nvSpPr>
          <p:cNvPr id="4" name="文本框 8194"/>
          <p:cNvSpPr txBox="1"/>
          <p:nvPr>
            <p:custDataLst>
              <p:tags r:id="rId3"/>
            </p:custDataLst>
          </p:nvPr>
        </p:nvSpPr>
        <p:spPr>
          <a:xfrm>
            <a:off x="514985" y="5517515"/>
            <a:ext cx="7827645" cy="7937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注：两者目的操作数和源操作数的顺序不同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AT&amp;T指令长度后缀</a:t>
            </a: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827405" y="2277745"/>
          <a:ext cx="6865620" cy="27457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1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7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64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后缀</a:t>
                      </a:r>
                      <a:endParaRPr lang="en-US" altLang="en-US" sz="2400" b="1"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操作数</a:t>
                      </a:r>
                      <a:endParaRPr lang="en-US" altLang="en-US" sz="2400" b="1"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Times New Roman" panose="02020603050405020304" pitchFamily="2" charset="0"/>
                          <a:ea typeface="Times New Roman" panose="02020603050405020304" pitchFamily="2" charset="0"/>
                          <a:cs typeface="Times New Roman" panose="02020603050405020304" pitchFamily="2" charset="0"/>
                        </a:rPr>
                        <a:t>例子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4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b</a:t>
                      </a:r>
                      <a:endParaRPr lang="en-US" altLang="en-US" sz="2400" b="1">
                        <a:solidFill>
                          <a:srgbClr val="FF0000"/>
                        </a:solidFill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8位</a:t>
                      </a:r>
                      <a:endParaRPr lang="en-US" altLang="en-US" sz="2400" b="1"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400" b="1">
                          <a:latin typeface="Times New Roman" panose="02020603050405020304" pitchFamily="2" charset="0"/>
                          <a:ea typeface="Times New Roman" panose="02020603050405020304" pitchFamily="2" charset="0"/>
                          <a:cs typeface="Times New Roman" panose="02020603050405020304" pitchFamily="2" charset="0"/>
                        </a:rPr>
                        <a:t>movb  $0</a:t>
                      </a:r>
                      <a:r>
                        <a:rPr lang="zh-CN" altLang="en-US" sz="2400" b="1">
                          <a:latin typeface="Times New Roman" panose="02020603050405020304" pitchFamily="2" charset="0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，</a:t>
                      </a:r>
                      <a:r>
                        <a:rPr lang="en-US" altLang="zh-CN" sz="2400" b="1">
                          <a:latin typeface="Times New Roman" panose="02020603050405020304" pitchFamily="2" charset="0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 %</a:t>
                      </a:r>
                      <a:r>
                        <a:rPr lang="en-US" altLang="en-US" sz="2400" b="1">
                          <a:latin typeface="Times New Roman" panose="02020603050405020304" pitchFamily="2" charset="0"/>
                          <a:ea typeface="Times New Roman" panose="02020603050405020304" pitchFamily="2" charset="0"/>
                          <a:cs typeface="Times New Roman" panose="02020603050405020304" pitchFamily="2" charset="0"/>
                        </a:rPr>
                        <a:t>al, 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64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w</a:t>
                      </a:r>
                      <a:endParaRPr lang="en-US" altLang="en-US" sz="2400" b="1">
                        <a:solidFill>
                          <a:srgbClr val="FF0000"/>
                        </a:solidFill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16位</a:t>
                      </a:r>
                      <a:endParaRPr lang="en-US" altLang="en-US" sz="2400" b="1"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Times New Roman" panose="02020603050405020304" pitchFamily="2" charset="0"/>
                          <a:ea typeface="Times New Roman" panose="02020603050405020304" pitchFamily="2" charset="0"/>
                          <a:cs typeface="Times New Roman" panose="02020603050405020304" pitchFamily="2" charset="0"/>
                        </a:rPr>
                        <a:t>movw $0, buf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64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l</a:t>
                      </a:r>
                      <a:endParaRPr lang="en-US" altLang="en-US" sz="2400" b="1">
                        <a:solidFill>
                          <a:srgbClr val="FF0000"/>
                        </a:solidFill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32位</a:t>
                      </a:r>
                      <a:endParaRPr lang="en-US" altLang="en-US" sz="2400" b="1"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400" b="1">
                          <a:latin typeface="Times New Roman" panose="02020603050405020304" pitchFamily="2" charset="0"/>
                          <a:ea typeface="Times New Roman" panose="02020603050405020304" pitchFamily="2" charset="0"/>
                          <a:cs typeface="Times New Roman" panose="02020603050405020304" pitchFamily="2" charset="0"/>
                        </a:rPr>
                        <a:t>movl $0,  %eax 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文本框 8194"/>
          <p:cNvSpPr txBox="1"/>
          <p:nvPr>
            <p:custDataLst>
              <p:tags r:id="rId2"/>
            </p:custDataLst>
          </p:nvPr>
        </p:nvSpPr>
        <p:spPr>
          <a:xfrm>
            <a:off x="612140" y="1413510"/>
            <a:ext cx="7827645" cy="7937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0" algn="l">
              <a:lnSpc>
                <a:spcPct val="150000"/>
              </a:lnSpc>
              <a:buClrTx/>
              <a:buSzTx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AT&amp;T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格式汇编指令，可以有操作数长度后缀：</a:t>
            </a:r>
          </a:p>
        </p:txBody>
      </p:sp>
      <p:sp>
        <p:nvSpPr>
          <p:cNvPr id="5" name="文本框 8194"/>
          <p:cNvSpPr txBox="1"/>
          <p:nvPr>
            <p:custDataLst>
              <p:tags r:id="rId3"/>
            </p:custDataLst>
          </p:nvPr>
        </p:nvSpPr>
        <p:spPr>
          <a:xfrm>
            <a:off x="612140" y="5229860"/>
            <a:ext cx="7772400" cy="1214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注：若指令中有一个操作数是寄存器，则操作数长度已确定，长度后缀可省略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寄存器组织</a:t>
            </a:r>
          </a:p>
        </p:txBody>
      </p:sp>
      <p:pic>
        <p:nvPicPr>
          <p:cNvPr id="3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87450" y="1628775"/>
            <a:ext cx="6544945" cy="47250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三、寻址方式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12140" y="1485265"/>
            <a:ext cx="7632700" cy="7874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>
              <a:lnSpc>
                <a:spcPct val="150000"/>
              </a:lnSpc>
              <a:buClrTx/>
              <a:buSzTx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1.主存储器</a:t>
            </a:r>
          </a:p>
          <a:p>
            <a:pPr indent="457200">
              <a:lnSpc>
                <a:spcPct val="150000"/>
              </a:lnSpc>
              <a:buClrTx/>
              <a:buSzTx/>
            </a:pPr>
            <a:endParaRPr lang="zh-CN" altLang="en-US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547495" y="2637155"/>
          <a:ext cx="5967095" cy="2905760"/>
        </p:xfrm>
        <a:graphic>
          <a:graphicData uri="http://schemas.openxmlformats.org/drawingml/2006/table">
            <a:tbl>
              <a:tblPr/>
              <a:tblGrid>
                <a:gridCol w="1807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0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64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主存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辅存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4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容量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小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大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64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存取速度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快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慢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64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价格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高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低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 </a:t>
            </a:r>
            <a:r>
              <a:rPr lang="zh-CN" alt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主存储器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826770" y="1696085"/>
            <a:ext cx="7684770" cy="41421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457200" indent="-4572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主存贮器的基本存贮单位是“位”（bit）</a:t>
            </a:r>
          </a:p>
          <a:p>
            <a:pPr marL="457200" indent="-4572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每8位组合成一个“</a:t>
            </a:r>
            <a:r>
              <a:rPr lang="zh-CN" altLang="en-US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字节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”</a:t>
            </a:r>
          </a:p>
          <a:p>
            <a:pPr marL="457200" indent="-4572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每相邻的两个字节称为“</a:t>
            </a:r>
            <a:r>
              <a:rPr lang="zh-CN" altLang="en-US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字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”</a:t>
            </a:r>
          </a:p>
          <a:p>
            <a:pPr marL="457200" indent="-4572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相邻的四个字节称为“</a:t>
            </a:r>
            <a:r>
              <a:rPr lang="zh-CN" altLang="en-US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双字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”</a:t>
            </a:r>
          </a:p>
          <a:p>
            <a:pPr marL="457200" indent="-4572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为了区别各个存贮单元，给每个单元</a:t>
            </a:r>
            <a:r>
              <a:rPr lang="zh-CN" altLang="en-US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编号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，称为</a:t>
            </a:r>
            <a:r>
              <a:rPr lang="zh-CN" altLang="en-US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地址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地址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826770" y="1409065"/>
            <a:ext cx="7684770" cy="779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algn="l">
              <a:lnSpc>
                <a:spcPct val="150000"/>
              </a:lnSpc>
              <a:buClrTx/>
              <a:buSzTx/>
            </a:pPr>
            <a:r>
              <a:rPr lang="zh-CN" altLang="en-US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字节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单元的</a:t>
            </a:r>
            <a:r>
              <a:rPr lang="zh-CN" altLang="en-US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编号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，也称为物理地址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265045" y="2279015"/>
            <a:ext cx="4445635" cy="36791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大小端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899160" y="1337310"/>
            <a:ext cx="6492875" cy="779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algn="l">
              <a:lnSpc>
                <a:spcPct val="150000"/>
              </a:lnSpc>
              <a:buClrTx/>
              <a:buSzTx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低字节放低位，高字节放高位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06905" y="2204720"/>
            <a:ext cx="4647565" cy="41592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2.存储器物理地址的形成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179070" y="1341120"/>
            <a:ext cx="8555990" cy="507301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早期的8086微处理：</a:t>
            </a: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20位地址总线，寻址范围：2^20 = 1M</a:t>
            </a: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与地址相关的寄存器均为16位(SP，BP，SI，DI)，寻址范围：2^16 = 64K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问题：如何通过16位寄存器访问1MB的内存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解决：将1M字节主存分段，每段最多64K字节</a:t>
            </a: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用CS、DS、SS、ES保存当前可用段的段首地址</a:t>
            </a: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计算物理地址时，应将段寄存器内容左移4位，然后再与偏移地址相加，得到待访问单元的物理地址。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2.存储器物理地址的形成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467360" y="1412875"/>
            <a:ext cx="8555990" cy="7251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PA = 段首址 * 16 + 偏移地址</a:t>
            </a:r>
            <a:r>
              <a:rPr lang="en-US" altLang="zh-CN" dirty="0">
                <a:latin typeface="楷体_GB2312" pitchFamily="1" charset="-122"/>
                <a:ea typeface="楷体_GB2312" pitchFamily="1" charset="-122"/>
              </a:rPr>
              <a:t> </a:t>
            </a:r>
            <a:endParaRPr lang="zh-CN" altLang="en-US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9219" name="图片 4270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91640" y="2277110"/>
            <a:ext cx="5473700" cy="3921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3.保护模式下的内存管理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683895" y="1628775"/>
            <a:ext cx="7632700" cy="39382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80x86的寻址范围：</a:t>
            </a: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80x86地址总线32位，寻址范围4G</a:t>
            </a: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80x86通用寄存器32位，寻址范围也是4G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所以80x86的一个通用寄存器能够存放一个完整的32位地址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3.保护模式下的内存管理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476885" y="1388110"/>
            <a:ext cx="8265795" cy="51333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要为每个进程提供一个独立的4G大小的虚拟地址空间。逻辑地址空间（多个进程的地址空间总和）大于物理地址空间。采用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分页机制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来实现：</a:t>
            </a: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将物理地址映射到进程的逻辑地址空间上；</a:t>
            </a: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只有映射了物理内存的逻辑地址空间才能访问；</a:t>
            </a: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每次映射的物理内存不大，且用完后可释放，再重新映射到新的逻辑地址空间上，因此能够让多个进程同时运行；</a:t>
            </a: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分页由系统基于页目录和页表，自动完成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3.保护模式下的内存管理</a:t>
            </a:r>
          </a:p>
        </p:txBody>
      </p:sp>
      <p:pic>
        <p:nvPicPr>
          <p:cNvPr id="4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83895" y="1557020"/>
            <a:ext cx="7498080" cy="47580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特权级与</a:t>
            </a:r>
            <a:r>
              <a:rPr sz="36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分段机制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467360" y="1412875"/>
            <a:ext cx="8079105" cy="10820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(1) 80x86有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4个特权级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：0,1,2,3（0级最高，3级最低），能够在虚拟内存的基础上实现进一步的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内存保护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机制</a:t>
            </a:r>
          </a:p>
        </p:txBody>
      </p:sp>
      <p:pic>
        <p:nvPicPr>
          <p:cNvPr id="15362" name="图片 107374402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84530" y="2637790"/>
            <a:ext cx="7727315" cy="327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特权级与分段机制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467360" y="1412875"/>
            <a:ext cx="7933055" cy="15132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(2) 80x86通过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分段机制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来实现特权级的访问控制。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用“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段选择符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：EA”的形式表示逻辑地址，段选择符（16位）存放在段寄存器中，指向一个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段描述符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（64位）</a:t>
            </a:r>
          </a:p>
        </p:txBody>
      </p:sp>
      <p:pic>
        <p:nvPicPr>
          <p:cNvPr id="16387" name="图片 1638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83895" y="3069590"/>
            <a:ext cx="7610475" cy="19919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8194"/>
          <p:cNvSpPr txBox="1"/>
          <p:nvPr>
            <p:custDataLst>
              <p:tags r:id="rId2"/>
            </p:custDataLst>
          </p:nvPr>
        </p:nvSpPr>
        <p:spPr>
          <a:xfrm>
            <a:off x="611505" y="5205095"/>
            <a:ext cx="7802245" cy="10820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用逻辑地址访问内存时，段选择符中的特权级需要高于段描述符中的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特权级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特权级与分段机制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467360" y="1628140"/>
            <a:ext cx="7933055" cy="7848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(3) 由逻辑地址生成物理地址的过程：</a:t>
            </a:r>
          </a:p>
        </p:txBody>
      </p:sp>
      <p:sp>
        <p:nvSpPr>
          <p:cNvPr id="2" name="文本框 8194"/>
          <p:cNvSpPr txBox="1"/>
          <p:nvPr>
            <p:custDataLst>
              <p:tags r:id="rId1"/>
            </p:custDataLst>
          </p:nvPr>
        </p:nvSpPr>
        <p:spPr>
          <a:xfrm>
            <a:off x="755650" y="4437380"/>
            <a:ext cx="7645400" cy="10820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EA要小于“段界限 * 4K”。一般应用程序中，段基址为0，段界限为0FFFFFH。所以对线性地址的形成不产生影响。</a:t>
            </a:r>
          </a:p>
        </p:txBody>
      </p:sp>
      <p:pic>
        <p:nvPicPr>
          <p:cNvPr id="5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27405" y="2493010"/>
            <a:ext cx="7684770" cy="15951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4.具体寻址方式</a:t>
            </a:r>
          </a:p>
        </p:txBody>
      </p:sp>
      <p:pic>
        <p:nvPicPr>
          <p:cNvPr id="16" name="图片 1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11505" y="1628775"/>
            <a:ext cx="7427595" cy="439864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4.具体寻址方式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467360" y="1412875"/>
            <a:ext cx="7933055" cy="27057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(1)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立即寻址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操作数直接存放在指令中，紧跟在操作码之后，它作为指令的一部分存放在代码段里，这种操作数称为立即数。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汇编格式：$n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功能：指令的下一单元的内容为操作数n，即：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633470" y="4291965"/>
            <a:ext cx="2143760" cy="18878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(1)立即寻址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323215" y="1412875"/>
            <a:ext cx="7933055" cy="17310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例:  movl  $0x3064,  %eax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目的操作数采用寄存器寻址，为寄存器eax。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源操作数采用立即寻址。即：</a:t>
            </a:r>
          </a:p>
        </p:txBody>
      </p:sp>
      <p:pic>
        <p:nvPicPr>
          <p:cNvPr id="26" name="图片 2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635375" y="3283585"/>
            <a:ext cx="1370330" cy="29425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(1)立即寻址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556385"/>
            <a:ext cx="7933055" cy="42532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说明：</a:t>
            </a: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立即数只能作为双操作数指令的源操作数，不能作为目的操作数；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   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如：movl  %ax,  $100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;  error</a:t>
            </a: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立即数不能作为单操作数指令的操作数；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   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如：incl  $50	  	;  error</a:t>
            </a: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立即数只有大小，没有类型，未分配内存单元；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(2)</a:t>
            </a:r>
            <a:r>
              <a:rPr sz="36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寄存器寻址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323215" y="1412875"/>
            <a:ext cx="8122920" cy="17310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在这种寻址方式中，指令所指明的寄存器中存放操作数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汇编格式：%R 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功能：寄存器R的内容就是操作数。</a:t>
            </a:r>
          </a:p>
        </p:txBody>
      </p:sp>
      <p:pic>
        <p:nvPicPr>
          <p:cNvPr id="19" name="图片 1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123440" y="3716655"/>
            <a:ext cx="4841240" cy="19862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453640" y="2565400"/>
            <a:ext cx="4686935" cy="1940560"/>
          </a:xfrm>
          <a:prstGeom prst="rect">
            <a:avLst/>
          </a:prstGeom>
        </p:spPr>
      </p:pic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(2)寄存器寻址</a:t>
            </a:r>
          </a:p>
        </p:txBody>
      </p:sp>
      <p:sp>
        <p:nvSpPr>
          <p:cNvPr id="6146" name="文本框 8194"/>
          <p:cNvSpPr txBox="1"/>
          <p:nvPr>
            <p:custDataLst>
              <p:tags r:id="rId2"/>
            </p:custDataLst>
          </p:nvPr>
        </p:nvSpPr>
        <p:spPr>
          <a:xfrm>
            <a:off x="323215" y="1412875"/>
            <a:ext cx="8122920" cy="12611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例:  incl  %eax 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     操作数在EAX中。</a:t>
            </a:r>
          </a:p>
        </p:txBody>
      </p:sp>
      <p:sp>
        <p:nvSpPr>
          <p:cNvPr id="2" name="文本框 8194"/>
          <p:cNvSpPr txBox="1"/>
          <p:nvPr>
            <p:custDataLst>
              <p:tags r:id="rId3"/>
            </p:custDataLst>
          </p:nvPr>
        </p:nvSpPr>
        <p:spPr>
          <a:xfrm>
            <a:off x="1043305" y="4438650"/>
            <a:ext cx="7203440" cy="17354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执行前：EAX=12H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执行：EAX+1 → EAX。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执行后：EAX= 13H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(2)寄存器寻址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323215" y="1412875"/>
            <a:ext cx="8122920" cy="12611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例:  add  %ebx, %eax 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    EAX为目的操作数地址，EBX为源操作数地址。</a:t>
            </a:r>
          </a:p>
        </p:txBody>
      </p:sp>
      <p:pic>
        <p:nvPicPr>
          <p:cNvPr id="28" name="图片 2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195830" y="2466975"/>
            <a:ext cx="4762500" cy="1924050"/>
          </a:xfrm>
          <a:prstGeom prst="rect">
            <a:avLst/>
          </a:prstGeom>
        </p:spPr>
      </p:pic>
      <p:sp>
        <p:nvSpPr>
          <p:cNvPr id="2" name="文本框 8194"/>
          <p:cNvSpPr txBox="1"/>
          <p:nvPr>
            <p:custDataLst>
              <p:tags r:id="rId3"/>
            </p:custDataLst>
          </p:nvPr>
        </p:nvSpPr>
        <p:spPr>
          <a:xfrm>
            <a:off x="971550" y="4364990"/>
            <a:ext cx="7086600" cy="21494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执行前：EAX=1234H，EBX=5620H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执行：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EAX+EBX→ EAX。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执行后：EAX=6854H，EBX=5620H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目的操作数、源操作数都是用寄存器寻址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(2)寄存器寻址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395605" y="1700530"/>
            <a:ext cx="7804150" cy="38557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说明：</a:t>
            </a: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采用寄存器寻址方式，指令执行速度快。特别是加法指令，如果目的操作数为AX，指令执行快一些。</a:t>
            </a: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采用寄存器寻址方式，目的、源操作数类型必须一致。如：movw  %bx, %ah;  ERROR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(3)直接寻址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395605" y="1341120"/>
            <a:ext cx="7804150" cy="24301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直接寻址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方式中，操作数的偏移地址就在指令操作码后面，而操作数则存放在内存中。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汇编格式：EA 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     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或：地址表达式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功能：指令下一字单元的内容是操作数的偏移地址。</a:t>
            </a:r>
          </a:p>
        </p:txBody>
      </p:sp>
      <p:pic>
        <p:nvPicPr>
          <p:cNvPr id="30" name="图片 3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195830" y="3716655"/>
            <a:ext cx="4845685" cy="261747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(3)直接寻址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899795" y="4725035"/>
            <a:ext cx="7467600" cy="14719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段基址为0时，EA等于操作数的线性地址。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操作数的线性地址到物理地址的转换，由系统自动完成。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因此在实际应用中，只需要着重考虑操作数的偏移地址。</a:t>
            </a:r>
          </a:p>
        </p:txBody>
      </p:sp>
      <p:pic>
        <p:nvPicPr>
          <p:cNvPr id="30" name="图片 3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475740" y="1629410"/>
            <a:ext cx="5382260" cy="290703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(3)直接寻址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395605" y="1341120"/>
            <a:ext cx="7804150" cy="10845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例:  movl  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0x2000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, %eax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执行前：（0x2000）= 1234H</a:t>
            </a:r>
          </a:p>
        </p:txBody>
      </p:sp>
      <p:pic>
        <p:nvPicPr>
          <p:cNvPr id="31" name="图片 3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475740" y="2349500"/>
            <a:ext cx="5274310" cy="2867660"/>
          </a:xfrm>
          <a:prstGeom prst="rect">
            <a:avLst/>
          </a:prstGeom>
        </p:spPr>
      </p:pic>
      <p:sp>
        <p:nvSpPr>
          <p:cNvPr id="2" name="文本框 8194"/>
          <p:cNvSpPr txBox="1"/>
          <p:nvPr>
            <p:custDataLst>
              <p:tags r:id="rId3"/>
            </p:custDataLst>
          </p:nvPr>
        </p:nvSpPr>
        <p:spPr>
          <a:xfrm>
            <a:off x="755650" y="5229225"/>
            <a:ext cx="7804150" cy="10845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执行：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  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（2000H）→ EAX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执行后：EAX= 0x1234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(3)直接寻址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610870" y="1484630"/>
            <a:ext cx="7878445" cy="46494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说明：</a:t>
            </a: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“EA”格式表示的操作数无类型。</a:t>
            </a: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“地址表达式”格式中，若还有变量，则表示的操作数有类型。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例：  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movw  0x20, %ax	; 源操作数无类型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movw  %ax, buf	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; 目的操作数为直接寻址，其中buf为已定义的字类型的变量。则目的操作数有类型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(4)寄存器</a:t>
            </a:r>
            <a:r>
              <a:rPr sz="36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间接寻址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341120"/>
            <a:ext cx="8039735" cy="17741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操作数的偏移地址在寄存器中，而操作数则在存贮器中。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格式：(%R) 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功能：R的内容为操作数的偏移地址EA</a:t>
            </a:r>
          </a:p>
        </p:txBody>
      </p:sp>
      <p:pic>
        <p:nvPicPr>
          <p:cNvPr id="6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691640" y="3068955"/>
            <a:ext cx="5885180" cy="315404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(4)寄存器间接寻址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341120"/>
            <a:ext cx="8039735" cy="17741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操作数的偏移地址在寄存器中，而操作数则在存贮器中。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格式：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(%R)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 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功能：R的内容为操作数的偏移地址EA</a:t>
            </a:r>
          </a:p>
        </p:txBody>
      </p:sp>
      <p:pic>
        <p:nvPicPr>
          <p:cNvPr id="6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691640" y="3068955"/>
            <a:ext cx="5885180" cy="315404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(4)寄存器间接寻址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683895" y="4822825"/>
            <a:ext cx="7708265" cy="12750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R可以是EAX、EBX、ECX、EDX、ESI、EDI、EBP、ESP之一。EBP和ESP默认所指的段为堆栈段。</a:t>
            </a:r>
          </a:p>
        </p:txBody>
      </p:sp>
      <p:pic>
        <p:nvPicPr>
          <p:cNvPr id="6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73455" y="1484630"/>
            <a:ext cx="6362700" cy="34099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(4)寄存器间接寻址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341120"/>
            <a:ext cx="8039735" cy="17741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例:  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mov  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(%esi)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,  %eax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假定执行前：EAX= 5，ESI=1000H，（1000H）=50A0H。</a:t>
            </a:r>
          </a:p>
        </p:txBody>
      </p:sp>
      <p:pic>
        <p:nvPicPr>
          <p:cNvPr id="7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7540" y="2996565"/>
            <a:ext cx="5274310" cy="31191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(4)寄存器间接寻址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548640" y="5085080"/>
            <a:ext cx="7841615" cy="9950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执行：（1000H）→ EAX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执行后：EAX=50A0H，ESI、DS、（1000H）不变。</a:t>
            </a:r>
          </a:p>
        </p:txBody>
      </p:sp>
      <p:pic>
        <p:nvPicPr>
          <p:cNvPr id="7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31595" y="1557020"/>
            <a:ext cx="5814060" cy="343852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(4)寄存器间接寻址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611505" y="1628775"/>
            <a:ext cx="7841615" cy="31724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说明：</a:t>
            </a: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当R是EBP、ESP, 则操作对象在堆栈段中；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当R为其他寄存器，则操作对象在数据段中。</a:t>
            </a: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此种寻址无类型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76" name="图片 1537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48130" y="3500755"/>
            <a:ext cx="6135370" cy="2854960"/>
          </a:xfrm>
          <a:prstGeom prst="rect">
            <a:avLst/>
          </a:prstGeom>
        </p:spPr>
      </p:pic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sz="36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变址寻址</a:t>
            </a:r>
          </a:p>
        </p:txBody>
      </p:sp>
      <p:sp>
        <p:nvSpPr>
          <p:cNvPr id="6146" name="文本框 8194"/>
          <p:cNvSpPr txBox="1"/>
          <p:nvPr>
            <p:custDataLst>
              <p:tags r:id="rId2"/>
            </p:custDataLst>
          </p:nvPr>
        </p:nvSpPr>
        <p:spPr>
          <a:xfrm>
            <a:off x="611505" y="1340485"/>
            <a:ext cx="7841615" cy="23704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操作数的偏移地址EA是指令中指明的寄存器的内容与指令中给出的位移量之和。操作数在存贮器中。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汇编格式：X(%R) (或：X(, %R, S))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功能：R的内容与X相加，和为操作数的偏移地址EA。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76" name="图片 1537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59840" y="1484630"/>
            <a:ext cx="6135370" cy="2854960"/>
          </a:xfrm>
          <a:prstGeom prst="rect">
            <a:avLst/>
          </a:prstGeom>
        </p:spPr>
      </p:pic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变址寻址</a:t>
            </a:r>
          </a:p>
        </p:txBody>
      </p:sp>
      <p:sp>
        <p:nvSpPr>
          <p:cNvPr id="6146" name="文本框 8194"/>
          <p:cNvSpPr txBox="1"/>
          <p:nvPr>
            <p:custDataLst>
              <p:tags r:id="rId2"/>
            </p:custDataLst>
          </p:nvPr>
        </p:nvSpPr>
        <p:spPr>
          <a:xfrm>
            <a:off x="755650" y="4293235"/>
            <a:ext cx="7757160" cy="17367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寄存器的选择同寄存器间接寻址一样，可以用EAX、EBX、ECX、EDX、ESI、EDI、EBP、ESP之一。EBP和ESP所指的段默认为堆栈段。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变址寻址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611505" y="1340485"/>
            <a:ext cx="7841615" cy="23704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例: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movl  count(%esi),  eax</a:t>
            </a:r>
            <a:r>
              <a:rPr lang="en-US" altLang="zh-TW" sz="2000" dirty="0">
                <a:latin typeface="楷体_GB2312" pitchFamily="1" charset="-122"/>
                <a:ea typeface="楷体_GB2312" pitchFamily="1" charset="-122"/>
              </a:rPr>
              <a:t>//</a:t>
            </a:r>
            <a:r>
              <a:rPr lang="zh-TW" altLang="en-US" sz="2000" dirty="0">
                <a:latin typeface="楷体_GB2312" pitchFamily="1" charset="-122"/>
                <a:ea typeface="楷体_GB2312" pitchFamily="1" charset="-122"/>
              </a:rPr>
              <a:t>應該用</a:t>
            </a:r>
            <a:r>
              <a:rPr lang="en-US" altLang="zh-TW" sz="20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en-US" altLang="zh-TW" sz="2000" dirty="0" err="1">
                <a:latin typeface="楷体_GB2312" pitchFamily="1" charset="-122"/>
                <a:ea typeface="楷体_GB2312" pitchFamily="1" charset="-122"/>
              </a:rPr>
              <a:t>eax</a:t>
            </a:r>
            <a:r>
              <a:rPr lang="en-US" altLang="zh-TW" sz="2000" dirty="0">
                <a:latin typeface="楷体_GB2312" pitchFamily="1" charset="-122"/>
                <a:ea typeface="楷体_GB2312" pitchFamily="1" charset="-122"/>
              </a:rPr>
              <a:t>?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源操作数采用变址寻址方式。操作数EA=ESI + COUNT。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假定执行前：ESI=2000H，COUNT=3000H，EAX=0，（5000H）=1234H。</a:t>
            </a:r>
          </a:p>
        </p:txBody>
      </p:sp>
      <p:pic>
        <p:nvPicPr>
          <p:cNvPr id="15377" name="图片 1537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8175" y="3284855"/>
            <a:ext cx="5274310" cy="291211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变址寻址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683260" y="4653280"/>
            <a:ext cx="7841615" cy="15652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执行：（0x5000）→ EAX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执行后：EAX= 0x1234，ESI、DS、（5000H）内容不变。</a:t>
            </a:r>
          </a:p>
        </p:txBody>
      </p:sp>
      <p:pic>
        <p:nvPicPr>
          <p:cNvPr id="15377" name="图片 1537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31595" y="1484630"/>
            <a:ext cx="5625465" cy="310578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变址寻址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611505" y="1484630"/>
            <a:ext cx="7451725" cy="15652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采用变址寻址可以方便地访问数组中的任一元素，使得编程更加方便。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例：一唯数组a，其存放如图所示。</a:t>
            </a:r>
          </a:p>
        </p:txBody>
      </p:sp>
      <p:pic>
        <p:nvPicPr>
          <p:cNvPr id="10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363845" y="2493010"/>
            <a:ext cx="264668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变址寻址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396240" y="1412875"/>
            <a:ext cx="4920615" cy="51504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访问数组元素的源码如下：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; 定义数据段：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.section   .data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count	.byte  a0, a1,…, an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.section   .text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...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mov   offset count,  %ebx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; 若要将a8放到ah中，可用：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movb   </a:t>
            </a:r>
            <a:r>
              <a:rPr sz="18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8(%ebx)</a:t>
            </a:r>
            <a:r>
              <a:rPr sz="1800" dirty="0">
                <a:latin typeface="楷体_GB2312" pitchFamily="1" charset="-122"/>
                <a:ea typeface="楷体_GB2312" pitchFamily="1" charset="-122"/>
              </a:rPr>
              <a:t>,  %ah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; 若要将第 i 个元素放到AH中，可用：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movb   i(%ebx),  %ah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...</a:t>
            </a:r>
          </a:p>
        </p:txBody>
      </p:sp>
      <p:pic>
        <p:nvPicPr>
          <p:cNvPr id="10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07990" y="1628775"/>
            <a:ext cx="264668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变址寻址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539750" y="1484630"/>
            <a:ext cx="7966075" cy="51504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说明：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段属性问题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X为常数或数值表达式时，操作对象的段由R决定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X为变量或标号时，操作数对象所在的段就是变量或标号所在的段。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类型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当X为常量时，此种寻址无类型；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当X为含有变量或者标号的表达式时，则有类型。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如： movw  buf(%ebx), %cx;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	若BUF是已定义的字类型变量， </a:t>
            </a:r>
            <a:r>
              <a:rPr lang="en-US" sz="2000" dirty="0">
                <a:latin typeface="楷体_GB2312" pitchFamily="1" charset="-122"/>
                <a:ea typeface="楷体_GB2312" pitchFamily="1" charset="-122"/>
              </a:rPr>
              <a:t>buf(%ebx)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类型为字类型。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	若BUF定义为字节类型，则buf(%ebx)与%cx类型不一致。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sz="36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基址加变址寻址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611505" y="1412240"/>
            <a:ext cx="7841615" cy="23704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操作数的偏移地址EA是指令中指定的基址寄存器内容、变址寄存器内容及位移量X三者之和。操作数存放在主存之中。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格式：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X(%BR, %IR, S)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功能：BR的内容加上IR * S，再加上X，得到操作数的偏移地址。也就是：EA =BR+IR*S + X。</a:t>
            </a:r>
          </a:p>
        </p:txBody>
      </p:sp>
      <p:pic>
        <p:nvPicPr>
          <p:cNvPr id="11" name="图片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43940" y="3860800"/>
            <a:ext cx="7544435" cy="20447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基址加变址寻址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755650" y="3573145"/>
            <a:ext cx="7841615" cy="23704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其中：BR表示基址寄存器，IR表示变址寄存器。BR和IR可以是EAX、EBX、ECX、EDX、ESI、EDI、EBP、ESP之一。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若BR为空，则简化为变址寻址。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基址寄存器决定操作数所在的段。如果选用EBP或ESP，则操作数在堆栈段中；否则操作数在数据段中。</a:t>
            </a:r>
          </a:p>
        </p:txBody>
      </p:sp>
      <p:pic>
        <p:nvPicPr>
          <p:cNvPr id="11" name="图片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83260" y="1484630"/>
            <a:ext cx="7544435" cy="20447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基址加变址寻址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548640" y="1484630"/>
            <a:ext cx="7909560" cy="19900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例：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movw  mask(%ebx, %esi, ),  %ax;  mask为一个符号常量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源操作数采用基址加变址寻址，EA = EBX + ESI + mask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执行前：EBX=0x2000，ESI= 0x1000，MASK= 0x250，（0x3250）= 0x1234。</a:t>
            </a:r>
          </a:p>
        </p:txBody>
      </p:sp>
      <p:pic>
        <p:nvPicPr>
          <p:cNvPr id="15378" name="图片 1537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56943" y="4055969"/>
            <a:ext cx="7571740" cy="204851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78" name="图片 1537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55650" y="1483995"/>
            <a:ext cx="7571740" cy="2048510"/>
          </a:xfrm>
          <a:prstGeom prst="rect">
            <a:avLst/>
          </a:prstGeom>
        </p:spPr>
      </p:pic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基址加变址寻址</a:t>
            </a:r>
          </a:p>
        </p:txBody>
      </p:sp>
      <p:sp>
        <p:nvSpPr>
          <p:cNvPr id="6146" name="文本框 8194"/>
          <p:cNvSpPr txBox="1"/>
          <p:nvPr>
            <p:custDataLst>
              <p:tags r:id="rId2"/>
            </p:custDataLst>
          </p:nvPr>
        </p:nvSpPr>
        <p:spPr>
          <a:xfrm>
            <a:off x="755650" y="3716655"/>
            <a:ext cx="7841615" cy="15792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执行：（3250H）→ AX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执行后：AX=0x1234，EBX、ESI、DS、（0x3250）不变。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基址加变址寻址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755650" y="1701165"/>
            <a:ext cx="7575550" cy="3669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说明：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段的默认情况：当X为常数时，BR为BP默认段为SS,其它默认段为DS。操作数无类型。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当X为变量或标号表达式时，操作对象所在的段就是变量或标号所在的段。操作数有类型，且与变量或标号类型相同。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带有</a:t>
            </a:r>
            <a:r>
              <a:rPr sz="36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比例因子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的寻址方式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683260" y="1604010"/>
            <a:ext cx="7801610" cy="4871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X(%BR, %IR, S)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(1) 只在变址寄存器IR上可以加比例因子S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(2) 比例因子S可以为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1，2，4，8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CPU提供的指令和寻址方式，需要能够将高级语言翻译成高效的机器代码。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带有比例因子的寻址方式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683895" y="1628775"/>
            <a:ext cx="7801610" cy="21545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例：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movw  buf(%ebx, %esi, 2),  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ax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则EA = EBX + 2 * ESI + BUF的偏移地址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(7)寻址方式的有关问题</a:t>
            </a:r>
          </a:p>
        </p:txBody>
      </p:sp>
      <p:pic>
        <p:nvPicPr>
          <p:cNvPr id="8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55576" y="1772816"/>
            <a:ext cx="7425690" cy="434403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(7)寻址方式的有关问题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611505" y="1412875"/>
            <a:ext cx="7801610" cy="508571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某些指令的执行要涉及到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缺省的操作数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，其寻址方式也是隐含的。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例：	cbw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隐含源和目的操作数。源操作数为AL,寄存器寻址；目的操作数为AX,寄存器寻址。</a:t>
            </a: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双操作数指令中，源和目的操作数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不能同为存储器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寻址方式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例：	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movb  (%esi), (%edi)	;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ERROR</a:t>
            </a: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addl  10(%ebx, %edi, 4), count	;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ERROR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(8)寻址方式举例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611505" y="1412875"/>
            <a:ext cx="5401310" cy="508571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例：已知数据段定义和存储示意图如下：</a:t>
            </a: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# </a:t>
            </a: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.section  .data</a:t>
            </a: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buf:	.byte  10, 20, 40, 80, 30</a:t>
            </a: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buf1:	.byte  0, 0, 0, 0, 0</a:t>
            </a: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1)分别利用直接寻址，寄存器间接寻址，变址寻址和基址加变址寻址，将该段中BUF+3单元中的内容送到AL中。</a:t>
            </a:r>
          </a:p>
        </p:txBody>
      </p:sp>
      <p:pic>
        <p:nvPicPr>
          <p:cNvPr id="9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868035" y="2009140"/>
            <a:ext cx="2903220" cy="389382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(8)寻址方式举例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611505" y="1484630"/>
            <a:ext cx="7801610" cy="10153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1)分别利用直接寻址，寄存器间接寻址，变址寻址和基址加变址寻址，将该段中BUF+3单元中的内容送到AL中。</a:t>
            </a:r>
          </a:p>
        </p:txBody>
      </p:sp>
      <p:sp>
        <p:nvSpPr>
          <p:cNvPr id="2" name="文本框 8194"/>
          <p:cNvSpPr txBox="1"/>
          <p:nvPr>
            <p:custDataLst>
              <p:tags r:id="rId2"/>
            </p:custDataLst>
          </p:nvPr>
        </p:nvSpPr>
        <p:spPr>
          <a:xfrm>
            <a:off x="683895" y="2564765"/>
            <a:ext cx="2341245" cy="10153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a) 直接寻址</a:t>
            </a: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mov  buf(3), %al</a:t>
            </a:r>
          </a:p>
        </p:txBody>
      </p:sp>
      <p:sp>
        <p:nvSpPr>
          <p:cNvPr id="3" name="文本框 8194"/>
          <p:cNvSpPr txBox="1"/>
          <p:nvPr>
            <p:custDataLst>
              <p:tags r:id="rId3"/>
            </p:custDataLst>
          </p:nvPr>
        </p:nvSpPr>
        <p:spPr>
          <a:xfrm>
            <a:off x="683895" y="3646805"/>
            <a:ext cx="3346450" cy="29190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b) 寄存器间接寻址</a:t>
            </a: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lea  buf(3),  %ebx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;将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BUF+3相对于段首地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址的偏移地址EA=3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送入BX中</a:t>
            </a: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mov  (%ebx), %al</a:t>
            </a:r>
          </a:p>
        </p:txBody>
      </p:sp>
      <p:sp>
        <p:nvSpPr>
          <p:cNvPr id="4" name="文本框 8194"/>
          <p:cNvSpPr txBox="1"/>
          <p:nvPr>
            <p:custDataLst>
              <p:tags r:id="rId4"/>
            </p:custDataLst>
          </p:nvPr>
        </p:nvSpPr>
        <p:spPr>
          <a:xfrm>
            <a:off x="4788535" y="2493010"/>
            <a:ext cx="3111500" cy="1557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c) 寄存器变址寻址</a:t>
            </a: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leal  buf, %ebx</a:t>
            </a: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movb  3(%ebx), %al</a:t>
            </a:r>
          </a:p>
        </p:txBody>
      </p:sp>
      <p:sp>
        <p:nvSpPr>
          <p:cNvPr id="5" name="文本框 8194"/>
          <p:cNvSpPr txBox="1"/>
          <p:nvPr>
            <p:custDataLst>
              <p:tags r:id="rId5"/>
            </p:custDataLst>
          </p:nvPr>
        </p:nvSpPr>
        <p:spPr>
          <a:xfrm>
            <a:off x="4788535" y="4077335"/>
            <a:ext cx="3586480" cy="19215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d) 基址加变址寻址</a:t>
            </a: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leal  buf, %ebx</a:t>
            </a: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movl  $3, %esi</a:t>
            </a: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movb  (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ebx, 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esi, ),  %al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(8)寻址方式举例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539750" y="1413510"/>
            <a:ext cx="7801610" cy="10153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2)利用寄存器间接寻址，变址寻址和基址加变址寻址，将BUF为首址的连续字节单元的内容分别送到以BUF1为首址的连续字节单元中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。</a:t>
            </a:r>
          </a:p>
        </p:txBody>
      </p:sp>
      <p:sp>
        <p:nvSpPr>
          <p:cNvPr id="2" name="文本框 8194"/>
          <p:cNvSpPr txBox="1"/>
          <p:nvPr>
            <p:custDataLst>
              <p:tags r:id="rId2"/>
            </p:custDataLst>
          </p:nvPr>
        </p:nvSpPr>
        <p:spPr>
          <a:xfrm>
            <a:off x="467995" y="2205990"/>
            <a:ext cx="2658745" cy="69919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a) 寄存器间接寻址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…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leal  buf, %esi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leal  buf1,  %edi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movl  $5,  %ecx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l1: 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movb  (%esi), %al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movb  %al, (%edi)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inc  </a:t>
            </a:r>
            <a:r>
              <a:rPr lang="en-US" altLang="zh-CN" sz="18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esi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inc  </a:t>
            </a:r>
            <a:r>
              <a:rPr lang="en-US" altLang="zh-CN" sz="18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edi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dec  </a:t>
            </a:r>
            <a:r>
              <a:rPr lang="en-US" altLang="zh-CN" sz="18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ecx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jnz  l1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…</a:t>
            </a:r>
          </a:p>
        </p:txBody>
      </p:sp>
      <p:sp>
        <p:nvSpPr>
          <p:cNvPr id="3" name="文本框 8194"/>
          <p:cNvSpPr txBox="1"/>
          <p:nvPr>
            <p:custDataLst>
              <p:tags r:id="rId3"/>
            </p:custDataLst>
          </p:nvPr>
        </p:nvSpPr>
        <p:spPr>
          <a:xfrm>
            <a:off x="3060700" y="2205990"/>
            <a:ext cx="3346450" cy="388730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b) 变址寻址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…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movl  $0,  %esi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movl  $5,  %ecx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l1: 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movb  buf(%esi), %al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movb  %al,  buf1(%esi)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inc  </a:t>
            </a:r>
            <a:r>
              <a:rPr lang="en-US" altLang="zh-CN" sz="18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esi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dec  </a:t>
            </a:r>
            <a:r>
              <a:rPr lang="en-US" altLang="zh-CN" sz="18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ecx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jnz  l1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…</a:t>
            </a:r>
          </a:p>
        </p:txBody>
      </p:sp>
      <p:sp>
        <p:nvSpPr>
          <p:cNvPr id="4" name="文本框 8194"/>
          <p:cNvSpPr txBox="1"/>
          <p:nvPr>
            <p:custDataLst>
              <p:tags r:id="rId4"/>
            </p:custDataLst>
          </p:nvPr>
        </p:nvSpPr>
        <p:spPr>
          <a:xfrm>
            <a:off x="5941695" y="2134235"/>
            <a:ext cx="3284220" cy="45643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c) 基址加变址寻址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…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leal  buf,  </a:t>
            </a:r>
            <a:r>
              <a:rPr lang="en-US" altLang="zh-CN" sz="18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ebx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leal  buf1, </a:t>
            </a:r>
            <a:r>
              <a:rPr lang="en-US" altLang="zh-CN" sz="18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ebp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movl  $0,  </a:t>
            </a:r>
            <a:r>
              <a:rPr lang="en-US" altLang="zh-CN" sz="18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esi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movl  $5,  </a:t>
            </a:r>
            <a:r>
              <a:rPr lang="en-US" altLang="zh-CN" sz="18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ecx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l1:  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movb  (</a:t>
            </a:r>
            <a:r>
              <a:rPr lang="en-US" altLang="zh-CN" sz="18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ebx, </a:t>
            </a:r>
            <a:r>
              <a:rPr lang="en-US" altLang="zh-CN" sz="18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esi, 1), %al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movb  %al,  (</a:t>
            </a:r>
            <a:r>
              <a:rPr lang="en-US" altLang="zh-CN" sz="18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ebp, </a:t>
            </a:r>
            <a:r>
              <a:rPr lang="en-US" altLang="zh-CN" sz="18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esi, 1)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inc  %esi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dec  %ecx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jnz  l1</a:t>
            </a: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…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(8)寻址方式举例</a:t>
            </a: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539750" y="1556385"/>
            <a:ext cx="7801610" cy="35026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2)利用寄存器间接寻址，变址寻址和基址加变址寻址，将BUF为首址的连续字节单元的内容分别送到以BUF1为首址的连续字节单元中。</a:t>
            </a:r>
          </a:p>
          <a:p>
            <a:pPr algn="l">
              <a:lnSpc>
                <a:spcPct val="120000"/>
              </a:lnSpc>
              <a:buClrTx/>
              <a:buSzTx/>
            </a:pP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说明：</a:t>
            </a:r>
          </a:p>
          <a:p>
            <a:pPr marL="342900" indent="-342900" algn="l">
              <a:lnSpc>
                <a:spcPct val="12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存器间接寻址，变址寻址和基址加变址寻址都能用来传送一片连续存储区的内容。</a:t>
            </a:r>
          </a:p>
          <a:p>
            <a:pPr marL="342900" indent="-342900" algn="l">
              <a:lnSpc>
                <a:spcPct val="12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a),b),c)三种连续寻址中，b)的寻址最直观，可读性最好。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28040" y="2421255"/>
            <a:ext cx="7228205" cy="2642235"/>
          </a:xfrm>
          <a:prstGeom prst="rect">
            <a:avLst/>
          </a:prstGeom>
        </p:spPr>
      </p:pic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5.常量和变量的定义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609600" y="1412875"/>
            <a:ext cx="7832090" cy="13017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汇编程序的语句中具体的操作数，可以分为常量和变量两种：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755650" y="5085715"/>
            <a:ext cx="753300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表达式：由常数、寄存器、标号、变量加上运算符构成的式子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(1)常量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609600" y="1412875"/>
            <a:ext cx="7832090" cy="13017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常量：汇编时已有确定数值的量。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用途：赋值、作立即数、位移量。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755650" y="5085715"/>
            <a:ext cx="753300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表达式：由常数、寄存器、标号、变量加上运算符构成的式子</a:t>
            </a:r>
          </a:p>
        </p:txBody>
      </p:sp>
      <p:pic>
        <p:nvPicPr>
          <p:cNvPr id="13" name="图片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331595" y="2924810"/>
            <a:ext cx="6557010" cy="20447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符号常量的定义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343535" y="1341120"/>
            <a:ext cx="8188960" cy="51485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72009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等价伪指令 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.equ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等号伪指令 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=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使用：定义后直接引用符号名。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注意：</a:t>
            </a:r>
          </a:p>
          <a:p>
            <a:pPr marL="72009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符号常量不分配存贮单元，只建立等价代换关系, 可出现在任何段。</a:t>
            </a:r>
          </a:p>
          <a:p>
            <a:pPr marL="72009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用.equ语句定义的符号常量在该程序中不能再重新赋值，而用“=”定义的符号常量可多次重新赋值，使用时，以最后一次定义的值为准。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(2)数值表达式 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609600" y="1412875"/>
            <a:ext cx="7925435" cy="46501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常量与运算符组成的式子。数值表达式在汇编期间进行运算，结果为常量。</a:t>
            </a:r>
          </a:p>
          <a:p>
            <a:pPr marL="34290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算术运算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   +、–、*、/、MOD(模除, 取余数)、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   SHR(右移)、SHL(左移)。</a:t>
            </a:r>
          </a:p>
          <a:p>
            <a:pPr marL="34290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逻辑运算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   逻辑乘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AND  (与)，逻辑加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O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R (或) ，按位加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XOR  (异或) ，逻辑非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NOT (非)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(2)数值表达式 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609600" y="1484630"/>
            <a:ext cx="7925435" cy="74625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34290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关系运算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相等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EQ、不等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NE、小于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LT、大于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GT、小于等于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LE、大于等于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GE  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运算结果：关系不成立，结果为0；关系成立，结果为–1（0FFFFH）。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(3)</a:t>
            </a:r>
            <a:r>
              <a:rPr sz="36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变量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476250" y="1772920"/>
            <a:ext cx="7785100" cy="1917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377190">
              <a:lnSpc>
                <a:spcPct val="150000"/>
              </a:lnSpc>
              <a:buClrTx/>
              <a:buSzTx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 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数据段或附加数据段中一个数据存贮单元的名字, 是这个存储单元的地址的符号表示。可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代表一批存储单元的首址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。  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1) 变量的属性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476250" y="1772920"/>
            <a:ext cx="7785100" cy="37833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72009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段属性：定义变量所在段;</a:t>
            </a:r>
          </a:p>
          <a:p>
            <a:pPr marL="72009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偏移地址：该变量所占存储单元到所在段的段首址的字节距离; </a:t>
            </a:r>
          </a:p>
          <a:p>
            <a:pPr marL="72009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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类型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：类型是指存取该变量中的数据所需要的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字节数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, 变量的类型由定义该变量时所使用的伪指令确定;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2) 变量的定义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467360" y="1412875"/>
            <a:ext cx="7785100" cy="9391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37719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格式: [变量名:]  变量定义伪指令  表达式[，…]</a:t>
            </a:r>
          </a:p>
          <a:p>
            <a:pPr marL="37719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变量定义伪指令：</a:t>
            </a: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043940" y="2492375"/>
          <a:ext cx="7044055" cy="385445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3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伪指令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数据类型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.ascii</a:t>
                      </a:r>
                      <a:endParaRPr lang="en-US" altLang="en-US" sz="2000" b="1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文本字符串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.asciiz</a:t>
                      </a: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/.string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以0结尾的文本字符串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.byte</a:t>
                      </a:r>
                      <a:endParaRPr lang="en-US" altLang="en-US" sz="2000" b="1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8位字节变量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.word</a:t>
                      </a: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/.short/.hword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16位字变量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.long</a:t>
                      </a: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/.int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32位双字变量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.quad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64位四字变量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.octa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128位八字变量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.float</a:t>
                      </a: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/.single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32位单精度浮点数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.double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64位双精度浮点数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2) 变量的定义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323850" y="1412875"/>
            <a:ext cx="7966710" cy="39338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37719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格式: [变量名:]  变量定义伪指令  表达式[，…]</a:t>
            </a:r>
          </a:p>
          <a:p>
            <a:pPr marL="37719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表达式：</a:t>
            </a:r>
          </a:p>
          <a:p>
            <a:pPr marL="377190">
              <a:lnSpc>
                <a:spcPct val="150000"/>
              </a:lnSpc>
              <a:buClrTx/>
              <a:buSzTx/>
            </a:pP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  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a) 数值表达式</a:t>
            </a:r>
          </a:p>
          <a:p>
            <a:pPr marL="377190">
              <a:lnSpc>
                <a:spcPct val="150000"/>
              </a:lnSpc>
              <a:buClrTx/>
              <a:buSzTx/>
            </a:pP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  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b) ASCII字符串</a:t>
            </a:r>
          </a:p>
          <a:p>
            <a:pPr marL="377190">
              <a:lnSpc>
                <a:spcPct val="150000"/>
              </a:lnSpc>
              <a:buClrTx/>
              <a:buSzTx/>
            </a:pP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  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c) 地址表达式</a:t>
            </a:r>
          </a:p>
          <a:p>
            <a:pPr marL="377190">
              <a:lnSpc>
                <a:spcPct val="150000"/>
              </a:lnSpc>
              <a:buClrTx/>
              <a:buSzTx/>
            </a:pP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  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上述(a)～(c)组成的系列，各表达式之间用逗号隔开。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3)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示例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323850" y="1484630"/>
            <a:ext cx="7966710" cy="46056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37719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数据段定义如下： </a:t>
            </a:r>
          </a:p>
          <a:p>
            <a:pPr marL="37719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# var_def.s</a:t>
            </a:r>
          </a:p>
          <a:p>
            <a:pPr marL="37719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.section  .data</a:t>
            </a:r>
          </a:p>
          <a:p>
            <a:pPr marL="37719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msg:	.ascii  “abc”, “123”, “\n\0”</a:t>
            </a:r>
          </a:p>
          <a:p>
            <a:pPr marL="37719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.equ  con, 0x500</a:t>
            </a:r>
          </a:p>
          <a:p>
            <a:pPr marL="37719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a1:	.word  0xffaa</a:t>
            </a:r>
          </a:p>
          <a:p>
            <a:pPr marL="37719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mark</a:t>
            </a:r>
            <a:r>
              <a:rPr lang="en-US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= 0x100</a:t>
            </a:r>
          </a:p>
          <a:p>
            <a:pPr marL="37719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b1:	.long 1122</a:t>
            </a:r>
          </a:p>
          <a:p>
            <a:pPr marL="37719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buf:	.byte  1, 2, </a:t>
            </a:r>
            <a:r>
              <a:rPr lang="en-US" sz="2000" dirty="0">
                <a:latin typeface="楷体_GB2312" pitchFamily="1" charset="-122"/>
                <a:ea typeface="楷体_GB2312" pitchFamily="1" charset="-122"/>
              </a:rPr>
              <a:t>3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, </a:t>
            </a:r>
            <a:r>
              <a:rPr lang="en-US" sz="2000" dirty="0">
                <a:latin typeface="楷体_GB2312" pitchFamily="1" charset="-122"/>
                <a:ea typeface="楷体_GB2312" pitchFamily="1" charset="-122"/>
              </a:rPr>
              <a:t>‘1’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, ‘</a:t>
            </a:r>
            <a:r>
              <a:rPr lang="en-US" sz="2000" dirty="0">
                <a:latin typeface="楷体_GB2312" pitchFamily="1" charset="-122"/>
                <a:ea typeface="楷体_GB2312" pitchFamily="1" charset="-122"/>
              </a:rPr>
              <a:t>a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’</a:t>
            </a:r>
          </a:p>
          <a:p>
            <a:pPr marL="37719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d1:	.long  b1</a:t>
            </a:r>
          </a:p>
          <a:p>
            <a:pPr marL="377190">
              <a:lnSpc>
                <a:spcPct val="120000"/>
              </a:lnSpc>
              <a:buClrTx/>
              <a:buSzTx/>
            </a:pP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请画出数据段中的数据在主存中的存储形式。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3)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示例</a:t>
            </a:r>
          </a:p>
        </p:txBody>
      </p:sp>
      <p:pic>
        <p:nvPicPr>
          <p:cNvPr id="20" name="图片 2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27405" y="1484630"/>
            <a:ext cx="5347970" cy="3704590"/>
          </a:xfrm>
          <a:prstGeom prst="rect">
            <a:avLst/>
          </a:prstGeom>
        </p:spPr>
      </p:pic>
      <p:pic>
        <p:nvPicPr>
          <p:cNvPr id="21" name="图片 2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620520" y="5300980"/>
            <a:ext cx="649351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3)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示例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323850" y="1484630"/>
            <a:ext cx="7966710" cy="46056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37719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在上例中分别执行语句后AL的结果。</a:t>
            </a:r>
          </a:p>
          <a:p>
            <a:pPr marL="37719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movb  buf, %al	; %al = 0x01</a:t>
            </a:r>
          </a:p>
          <a:p>
            <a:pPr marL="37719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movw  buf + 2, %ax	; %ax = 0x3103</a:t>
            </a:r>
          </a:p>
          <a:p>
            <a:pPr marL="37719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指令 mov  buf,  %edx 是否正确？ </a:t>
            </a:r>
          </a:p>
          <a:p>
            <a:pPr marL="37719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正确，执行 </a:t>
            </a:r>
            <a:r>
              <a:rPr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movl buf, %edx</a:t>
            </a:r>
          </a:p>
          <a:p>
            <a:pPr marL="377190">
              <a:lnSpc>
                <a:spcPct val="150000"/>
              </a:lnSpc>
              <a:buClrTx/>
              <a:buSzTx/>
            </a:pP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注意：   </a:t>
            </a:r>
          </a:p>
          <a:p>
            <a:pPr marL="377190">
              <a:lnSpc>
                <a:spcPct val="150000"/>
              </a:lnSpc>
              <a:buClrTx/>
              <a:buSzTx/>
            </a:pPr>
            <a:r>
              <a:rPr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伪指令EQU及“=”不分配存贮单元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；</a:t>
            </a:r>
          </a:p>
          <a:p>
            <a:pPr marL="37719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使用</a:t>
            </a:r>
            <a:r>
              <a:rPr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直接寻址方式时，变量的类型必须与指令的要求相符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；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(4)地址表达式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539115" y="1484630"/>
            <a:ext cx="7966710" cy="46056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由变量、标号、常量、寄存器(名加括号)及一些运算符(数值表达式的运算符和特殊运算符)所组成的有意义的式子。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地址表达式也具有段、EA、类型等三个属性。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简单的地址表达式：直接寻址、间接寻址、变址、基址加变址等。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(4)地址表达式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539115" y="1484630"/>
            <a:ext cx="7966710" cy="46056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72009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取偏移地址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$地址表达式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功能：分离出变量、标号的偏移地址。</a:t>
            </a:r>
          </a:p>
          <a:p>
            <a:pPr indent="457200">
              <a:lnSpc>
                <a:spcPct val="150000"/>
              </a:lnSpc>
              <a:buClrTx/>
              <a:buSzTx/>
            </a:pP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例：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movl  $buf,  </a:t>
            </a:r>
            <a:r>
              <a:rPr 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%</a:t>
            </a: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esi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将变量</a:t>
            </a: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buf的偏移地址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，传送到esi中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$buf是一个常量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(4)地址表达式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539115" y="1341120"/>
            <a:ext cx="7966710" cy="50704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72009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当前即将分配的地址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功能：表示汇编程序当前即将分配的地址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格式：.</a:t>
            </a:r>
          </a:p>
          <a:p>
            <a:pPr indent="457200">
              <a:lnSpc>
                <a:spcPct val="150000"/>
              </a:lnSpc>
              <a:buClrTx/>
              <a:buSzTx/>
            </a:pP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例: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.section  .data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buf:  .ascii  “12345”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con	= . - buf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“.“表示当前即将分配的地址，“</a:t>
            </a:r>
            <a:r>
              <a:rPr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. - buf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”表示当前地址减去buf的偏移地址，结果即为</a:t>
            </a:r>
            <a:r>
              <a:rPr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变量buf的字节长度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“. - buf”在汇编时计算，</a:t>
            </a:r>
            <a:r>
              <a:rPr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结果为一个常数值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(4)地址表达式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539115" y="1484630"/>
            <a:ext cx="7966710" cy="46056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72009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填充伪指令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格式：</a:t>
            </a: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.fill repeat, size, value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功能：使用初始值，重复repeat次填充size个字节</a:t>
            </a:r>
          </a:p>
          <a:p>
            <a:pPr marL="377190">
              <a:lnSpc>
                <a:spcPct val="150000"/>
              </a:lnSpc>
              <a:buClrTx/>
              <a:buSzTx/>
            </a:pP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例：</a:t>
            </a:r>
          </a:p>
          <a:p>
            <a:pPr marL="37719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.fill  10, 2, 0x5656</a:t>
            </a:r>
          </a:p>
          <a:p>
            <a:pPr marL="37719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分配20个字节，用word值0x5656，填充10次。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/>
        </p:nvSpPr>
        <p:spPr>
          <a:xfrm>
            <a:off x="457200" y="98425"/>
            <a:ext cx="8229600" cy="7251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marL="0" lvl="0" indent="0" algn="l" defTabSz="914400" eaLnBrk="1" fontAlgn="base" latinLnBrk="0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Tx/>
              <a:buSzTx/>
              <a:buFont typeface="Arial" panose="020B0604020202020204" pitchFamily="34" charset="0"/>
            </a:pPr>
            <a:r>
              <a:rPr lang="zh-CN" altLang="en-US" sz="4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小结</a:t>
            </a:r>
          </a:p>
        </p:txBody>
      </p:sp>
      <p:sp>
        <p:nvSpPr>
          <p:cNvPr id="4099" name="Rectangle 3"/>
          <p:cNvSpPr>
            <a:spLocks noGrp="1"/>
          </p:cNvSpPr>
          <p:nvPr>
            <p:ph type="body" idx="4294967295"/>
          </p:nvPr>
        </p:nvSpPr>
        <p:spPr>
          <a:xfrm>
            <a:off x="827405" y="1978025"/>
            <a:ext cx="7581900" cy="3930015"/>
          </a:xfrm>
        </p:spPr>
        <p:txBody>
          <a:bodyPr vert="horz" wrap="square" lIns="91440" tIns="45720" rIns="91440" bIns="45720" anchor="t" anchorCtr="0"/>
          <a:lstStyle/>
          <a:p>
            <a:pPr>
              <a:spcBef>
                <a:spcPts val="1600"/>
              </a:spcBef>
            </a:pPr>
            <a:r>
              <a:rPr lang="en-US" altLang="zh-CN" dirty="0">
                <a:solidFill>
                  <a:srgbClr val="FF0000"/>
                </a:solidFill>
                <a:ea typeface="黑体" panose="02010609060101010101" pitchFamily="2" charset="-122"/>
              </a:rPr>
              <a:t> </a:t>
            </a:r>
            <a:r>
              <a:rPr lang="zh-CN" altLang="en-US" dirty="0">
                <a:solidFill>
                  <a:srgbClr val="000066"/>
                </a:solidFill>
                <a:ea typeface="黑体" panose="02010609060101010101" pitchFamily="2" charset="-122"/>
              </a:rPr>
              <a:t>主存物理地址的形成</a:t>
            </a:r>
            <a:r>
              <a:rPr lang="en-US" altLang="zh-CN" sz="2800" dirty="0">
                <a:ea typeface="黑体" panose="02010609060101010101" pitchFamily="2" charset="-122"/>
                <a:sym typeface="+mn-ea"/>
              </a:rPr>
              <a:t>	</a:t>
            </a:r>
            <a:endParaRPr lang="zh-CN" altLang="en-US" dirty="0">
              <a:ea typeface="黑体" panose="02010609060101010101" pitchFamily="2" charset="-122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</a:rPr>
              <a:t> </a:t>
            </a:r>
            <a:r>
              <a:rPr lang="zh-CN" altLang="en-US" dirty="0">
                <a:ea typeface="黑体" panose="02010609060101010101" pitchFamily="2" charset="-122"/>
              </a:rPr>
              <a:t>寻址方式 </a:t>
            </a: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</a:rPr>
              <a:t> </a:t>
            </a:r>
            <a:r>
              <a:rPr lang="zh-CN" altLang="en-US" dirty="0">
                <a:ea typeface="黑体" panose="02010609060101010101" pitchFamily="2" charset="-122"/>
              </a:rPr>
              <a:t>常量和变量的定义</a:t>
            </a:r>
          </a:p>
          <a:p>
            <a:pPr marL="457200" lvl="1" indent="0">
              <a:spcBef>
                <a:spcPts val="1600"/>
              </a:spcBef>
              <a:buNone/>
            </a:pPr>
            <a:r>
              <a:rPr lang="zh-CN" altLang="en-US" dirty="0">
                <a:ea typeface="黑体" panose="02010609060101010101" pitchFamily="2" charset="-122"/>
              </a:rPr>
              <a:t>内存示意图</a:t>
            </a:r>
          </a:p>
          <a:p>
            <a:pPr>
              <a:spcBef>
                <a:spcPts val="1600"/>
              </a:spcBef>
            </a:pPr>
            <a:endParaRPr lang="zh-CN" altLang="en-US" dirty="0"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/>
        </p:nvSpPr>
        <p:spPr>
          <a:xfrm>
            <a:off x="457200" y="98425"/>
            <a:ext cx="8229600" cy="7251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marL="0" lvl="0" indent="0" algn="l" defTabSz="914400" eaLnBrk="1" fontAlgn="base" latinLnBrk="0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Tx/>
              <a:buSzTx/>
              <a:buFont typeface="Arial" panose="020B0604020202020204" pitchFamily="34" charset="0"/>
            </a:pPr>
            <a:r>
              <a:rPr lang="zh-CN" altLang="en-US" sz="4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小结</a:t>
            </a:r>
          </a:p>
        </p:txBody>
      </p:sp>
      <p:grpSp>
        <p:nvGrpSpPr>
          <p:cNvPr id="18434" name="组合 278546"/>
          <p:cNvGrpSpPr/>
          <p:nvPr/>
        </p:nvGrpSpPr>
        <p:grpSpPr>
          <a:xfrm>
            <a:off x="1116013" y="1773238"/>
            <a:ext cx="7070725" cy="3962400"/>
            <a:chOff x="0" y="0"/>
            <a:chExt cx="3308" cy="1636"/>
          </a:xfrm>
        </p:grpSpPr>
        <p:sp>
          <p:nvSpPr>
            <p:cNvPr id="18435" name="文本框 278531"/>
            <p:cNvSpPr txBox="1"/>
            <p:nvPr/>
          </p:nvSpPr>
          <p:spPr>
            <a:xfrm>
              <a:off x="0" y="547"/>
              <a:ext cx="768" cy="1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r>
                <a:rPr lang="zh-CN" altLang="en-US" sz="2800" b="1" i="0" dirty="0">
                  <a:solidFill>
                    <a:srgbClr val="000066"/>
                  </a:solidFill>
                  <a:latin typeface="Times New Roman" panose="02020603050405020304" pitchFamily="2" charset="0"/>
                  <a:ea typeface="华文新魏" panose="02010800040101010101" pitchFamily="2" charset="-122"/>
                </a:rPr>
                <a:t>寻址方法</a:t>
              </a:r>
            </a:p>
          </p:txBody>
        </p:sp>
        <p:sp>
          <p:nvSpPr>
            <p:cNvPr id="18436" name="左大括号 278540"/>
            <p:cNvSpPr/>
            <p:nvPr/>
          </p:nvSpPr>
          <p:spPr>
            <a:xfrm>
              <a:off x="1086" y="184"/>
              <a:ext cx="45" cy="907"/>
            </a:xfrm>
            <a:prstGeom prst="leftBrace">
              <a:avLst>
                <a:gd name="adj1" fmla="val 166283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sz="2800" dirty="0"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8437" name="文本框 278534"/>
            <p:cNvSpPr txBox="1"/>
            <p:nvPr/>
          </p:nvSpPr>
          <p:spPr>
            <a:xfrm>
              <a:off x="1403" y="0"/>
              <a:ext cx="1152" cy="1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r>
                <a:rPr lang="zh-CN" altLang="en-US" sz="2800" b="1" i="0" dirty="0">
                  <a:solidFill>
                    <a:srgbClr val="000066"/>
                  </a:solidFill>
                  <a:latin typeface="Times New Roman" panose="02020603050405020304" pitchFamily="2" charset="0"/>
                  <a:ea typeface="华文新魏" panose="02010800040101010101" pitchFamily="2" charset="-122"/>
                </a:rPr>
                <a:t>立即寻址方式</a:t>
              </a:r>
            </a:p>
          </p:txBody>
        </p:sp>
        <p:sp>
          <p:nvSpPr>
            <p:cNvPr id="18438" name="文本框 278535"/>
            <p:cNvSpPr txBox="1"/>
            <p:nvPr/>
          </p:nvSpPr>
          <p:spPr>
            <a:xfrm>
              <a:off x="1403" y="273"/>
              <a:ext cx="1344" cy="1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r>
                <a:rPr lang="zh-CN" altLang="en-US" sz="2800" b="1" i="0" dirty="0">
                  <a:solidFill>
                    <a:srgbClr val="000066"/>
                  </a:solidFill>
                  <a:latin typeface="Times New Roman" panose="02020603050405020304" pitchFamily="2" charset="0"/>
                  <a:ea typeface="华文新魏" panose="02010800040101010101" pitchFamily="2" charset="-122"/>
                </a:rPr>
                <a:t>寄存器寻址方式</a:t>
              </a:r>
            </a:p>
          </p:txBody>
        </p:sp>
        <p:sp>
          <p:nvSpPr>
            <p:cNvPr id="18439" name="文本框 278536"/>
            <p:cNvSpPr txBox="1"/>
            <p:nvPr/>
          </p:nvSpPr>
          <p:spPr>
            <a:xfrm>
              <a:off x="1584" y="545"/>
              <a:ext cx="1152" cy="1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r>
                <a:rPr lang="zh-CN" altLang="en-US" sz="2800" b="1" i="0" dirty="0">
                  <a:solidFill>
                    <a:srgbClr val="000066"/>
                  </a:solidFill>
                  <a:latin typeface="Times New Roman" panose="02020603050405020304" pitchFamily="2" charset="0"/>
                  <a:ea typeface="华文新魏" panose="02010800040101010101" pitchFamily="2" charset="-122"/>
                </a:rPr>
                <a:t>直接寻址方式</a:t>
              </a:r>
            </a:p>
          </p:txBody>
        </p:sp>
        <p:sp>
          <p:nvSpPr>
            <p:cNvPr id="18440" name="文本框 278537"/>
            <p:cNvSpPr txBox="1"/>
            <p:nvPr/>
          </p:nvSpPr>
          <p:spPr>
            <a:xfrm>
              <a:off x="1580" y="907"/>
              <a:ext cx="1728" cy="1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r>
                <a:rPr lang="zh-CN" altLang="en-US" sz="2800" b="1" i="0" dirty="0">
                  <a:solidFill>
                    <a:srgbClr val="000066"/>
                  </a:solidFill>
                  <a:latin typeface="Times New Roman" panose="02020603050405020304" pitchFamily="2" charset="0"/>
                  <a:ea typeface="华文新魏" panose="02010800040101010101" pitchFamily="2" charset="-122"/>
                </a:rPr>
                <a:t>寄存器间接寻址方式</a:t>
              </a:r>
            </a:p>
          </p:txBody>
        </p:sp>
        <p:sp>
          <p:nvSpPr>
            <p:cNvPr id="18441" name="文本框 278538"/>
            <p:cNvSpPr txBox="1"/>
            <p:nvPr/>
          </p:nvSpPr>
          <p:spPr>
            <a:xfrm>
              <a:off x="1580" y="1179"/>
              <a:ext cx="1152" cy="1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r>
                <a:rPr lang="zh-CN" altLang="en-US" sz="2800" b="1" i="0" dirty="0">
                  <a:solidFill>
                    <a:srgbClr val="000066"/>
                  </a:solidFill>
                  <a:latin typeface="Times New Roman" panose="02020603050405020304" pitchFamily="2" charset="0"/>
                  <a:ea typeface="华文新魏" panose="02010800040101010101" pitchFamily="2" charset="-122"/>
                </a:rPr>
                <a:t>变址寻址方式</a:t>
              </a:r>
            </a:p>
          </p:txBody>
        </p:sp>
        <p:sp>
          <p:nvSpPr>
            <p:cNvPr id="18442" name="文本框 278539"/>
            <p:cNvSpPr txBox="1"/>
            <p:nvPr/>
          </p:nvSpPr>
          <p:spPr>
            <a:xfrm>
              <a:off x="1580" y="1451"/>
              <a:ext cx="1728" cy="1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r>
                <a:rPr lang="zh-CN" altLang="en-US" sz="2800" b="1" i="0" dirty="0">
                  <a:solidFill>
                    <a:srgbClr val="000066"/>
                  </a:solidFill>
                  <a:latin typeface="Times New Roman" panose="02020603050405020304" pitchFamily="2" charset="0"/>
                  <a:ea typeface="华文新魏" panose="02010800040101010101" pitchFamily="2" charset="-122"/>
                </a:rPr>
                <a:t>基址加变址寻址方式</a:t>
              </a:r>
            </a:p>
          </p:txBody>
        </p:sp>
        <p:sp>
          <p:nvSpPr>
            <p:cNvPr id="18443" name="左大括号 278542"/>
            <p:cNvSpPr/>
            <p:nvPr/>
          </p:nvSpPr>
          <p:spPr>
            <a:xfrm>
              <a:off x="1494" y="592"/>
              <a:ext cx="45" cy="1044"/>
            </a:xfrm>
            <a:prstGeom prst="leftBrace">
              <a:avLst>
                <a:gd name="adj1" fmla="val 191399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sz="2800" dirty="0"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标题 407553"/>
          <p:cNvSpPr>
            <a:spLocks noGrp="1"/>
          </p:cNvSpPr>
          <p:nvPr>
            <p:ph type="title" idx="4294967295"/>
          </p:nvPr>
        </p:nvSpPr>
        <p:spPr>
          <a:xfrm>
            <a:off x="466725" y="117475"/>
            <a:ext cx="7772400" cy="838200"/>
          </a:xfrm>
        </p:spPr>
        <p:txBody>
          <a:bodyPr anchor="b" anchorCtr="0"/>
          <a:lstStyle/>
          <a:p>
            <a:r>
              <a:rPr lang="zh-CN" altLang="en-US" sz="4000" b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练习题</a:t>
            </a:r>
          </a:p>
        </p:txBody>
      </p:sp>
      <p:sp>
        <p:nvSpPr>
          <p:cNvPr id="75778" name="文本占位符 407554" descr="Rectangle: Click to edit Master text styles&#10;Second level&#10;Third level&#10;Fourth level&#10;Fifth level"/>
          <p:cNvSpPr>
            <a:spLocks noGrp="1"/>
          </p:cNvSpPr>
          <p:nvPr>
            <p:ph type="body" idx="4294967295"/>
          </p:nvPr>
        </p:nvSpPr>
        <p:spPr>
          <a:xfrm>
            <a:off x="381000" y="1739265"/>
            <a:ext cx="8382000" cy="3647440"/>
          </a:xfrm>
        </p:spPr>
        <p:txBody>
          <a:bodyPr anchor="t" anchorCtr="0"/>
          <a:lstStyle/>
          <a:p>
            <a:pPr>
              <a:buNone/>
            </a:pPr>
            <a:r>
              <a:rPr lang="en-US" altLang="zh-CN" dirty="0"/>
              <a:t> </a:t>
            </a:r>
            <a:r>
              <a:rPr lang="en-US" altLang="zh-CN" dirty="0">
                <a:sym typeface="+mn-ea"/>
              </a:rPr>
              <a:t>  </a:t>
            </a:r>
            <a:r>
              <a:rPr lang="zh-CN" altLang="en-US" dirty="0">
                <a:sym typeface="+mn-ea"/>
              </a:rPr>
              <a:t>见</a:t>
            </a:r>
            <a:r>
              <a:rPr lang="zh-CN" altLang="en-US">
                <a:sym typeface="+mn-ea"/>
              </a:rPr>
              <a:t>习题</a:t>
            </a:r>
            <a:r>
              <a:rPr lang="en-US" altLang="zh-CN">
                <a:sym typeface="+mn-ea"/>
              </a:rPr>
              <a:t>3.docx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g1NGU3MmE1Yjc5MDU5NjQ3ZjllNDQ2ZDhmZGY5NzIifQ=="/>
  <p:tag name="KSO_WPP_MARK_KEY" val="d49286c5-fd35-43ad-9bc0-1880cc3ef8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39*246"/>
  <p:tag name="TABLE_ENDDRAG_RECT" val="76*138*539*24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40*216"/>
  <p:tag name="TABLE_ENDDRAG_RECT" val="78*224*540*21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69*228"/>
  <p:tag name="TABLE_ENDDRAG_RECT" val="121*224*469*22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73*303"/>
  <p:tag name="TABLE_ENDDRAG_RECT" val="69*201*573*303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8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8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8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8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8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8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8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8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8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8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9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9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9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9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9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9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9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9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9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0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0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10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0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0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10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10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0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10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10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11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1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1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11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11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6.xml><?xml version="1.0" encoding="utf-8"?>
<a:theme xmlns:a="http://schemas.openxmlformats.org/drawingml/2006/main" name="11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7.xml><?xml version="1.0" encoding="utf-8"?>
<a:theme xmlns:a="http://schemas.openxmlformats.org/drawingml/2006/main" name="11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8.xml><?xml version="1.0" encoding="utf-8"?>
<a:theme xmlns:a="http://schemas.openxmlformats.org/drawingml/2006/main" name="11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9.xml><?xml version="1.0" encoding="utf-8"?>
<a:theme xmlns:a="http://schemas.openxmlformats.org/drawingml/2006/main" name="11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0.xml><?xml version="1.0" encoding="utf-8"?>
<a:theme xmlns:a="http://schemas.openxmlformats.org/drawingml/2006/main" name="11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1.xml><?xml version="1.0" encoding="utf-8"?>
<a:theme xmlns:a="http://schemas.openxmlformats.org/drawingml/2006/main" name="12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2.xml><?xml version="1.0" encoding="utf-8"?>
<a:theme xmlns:a="http://schemas.openxmlformats.org/drawingml/2006/main" name="12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3.xml><?xml version="1.0" encoding="utf-8"?>
<a:theme xmlns:a="http://schemas.openxmlformats.org/drawingml/2006/main" name="12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4.xml><?xml version="1.0" encoding="utf-8"?>
<a:theme xmlns:a="http://schemas.openxmlformats.org/drawingml/2006/main" name="12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5.xml><?xml version="1.0" encoding="utf-8"?>
<a:theme xmlns:a="http://schemas.openxmlformats.org/drawingml/2006/main" name="12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6.xml><?xml version="1.0" encoding="utf-8"?>
<a:theme xmlns:a="http://schemas.openxmlformats.org/drawingml/2006/main" name="12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7.xml><?xml version="1.0" encoding="utf-8"?>
<a:theme xmlns:a="http://schemas.openxmlformats.org/drawingml/2006/main" name="12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8.xml><?xml version="1.0" encoding="utf-8"?>
<a:theme xmlns:a="http://schemas.openxmlformats.org/drawingml/2006/main" name="12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9.xml><?xml version="1.0" encoding="utf-8"?>
<a:theme xmlns:a="http://schemas.openxmlformats.org/drawingml/2006/main" name="12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0.xml><?xml version="1.0" encoding="utf-8"?>
<a:theme xmlns:a="http://schemas.openxmlformats.org/drawingml/2006/main" name="12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1.xml><?xml version="1.0" encoding="utf-8"?>
<a:theme xmlns:a="http://schemas.openxmlformats.org/drawingml/2006/main" name="13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2.xml><?xml version="1.0" encoding="utf-8"?>
<a:theme xmlns:a="http://schemas.openxmlformats.org/drawingml/2006/main" name="13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3.xml><?xml version="1.0" encoding="utf-8"?>
<a:theme xmlns:a="http://schemas.openxmlformats.org/drawingml/2006/main" name="13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4.xml><?xml version="1.0" encoding="utf-8"?>
<a:theme xmlns:a="http://schemas.openxmlformats.org/drawingml/2006/main" name="13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5.xml><?xml version="1.0" encoding="utf-8"?>
<a:theme xmlns:a="http://schemas.openxmlformats.org/drawingml/2006/main" name="13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6.xml><?xml version="1.0" encoding="utf-8"?>
<a:theme xmlns:a="http://schemas.openxmlformats.org/drawingml/2006/main" name="13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7.xml><?xml version="1.0" encoding="utf-8"?>
<a:theme xmlns:a="http://schemas.openxmlformats.org/drawingml/2006/main" name="13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8.xml><?xml version="1.0" encoding="utf-8"?>
<a:theme xmlns:a="http://schemas.openxmlformats.org/drawingml/2006/main" name="13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9.xml><?xml version="1.0" encoding="utf-8"?>
<a:theme xmlns:a="http://schemas.openxmlformats.org/drawingml/2006/main" name="13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0.xml><?xml version="1.0" encoding="utf-8"?>
<a:theme xmlns:a="http://schemas.openxmlformats.org/drawingml/2006/main" name="13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1.xml><?xml version="1.0" encoding="utf-8"?>
<a:theme xmlns:a="http://schemas.openxmlformats.org/drawingml/2006/main" name="14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2.xml><?xml version="1.0" encoding="utf-8"?>
<a:theme xmlns:a="http://schemas.openxmlformats.org/drawingml/2006/main" name="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Asm</Template>
  <TotalTime>728</TotalTime>
  <Words>3731</Words>
  <Application>Microsoft Office PowerPoint</Application>
  <PresentationFormat>全屏显示(4:3)</PresentationFormat>
  <Paragraphs>452</Paragraphs>
  <Slides>75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72</vt:i4>
      </vt:variant>
      <vt:variant>
        <vt:lpstr>幻灯片标题</vt:lpstr>
      </vt:variant>
      <vt:variant>
        <vt:i4>75</vt:i4>
      </vt:variant>
    </vt:vector>
  </HeadingPairs>
  <TitlesOfParts>
    <vt:vector size="156" baseType="lpstr">
      <vt:lpstr>楷体_GB2312</vt:lpstr>
      <vt:lpstr>黑体</vt:lpstr>
      <vt:lpstr>宋体</vt:lpstr>
      <vt:lpstr>华文新魏</vt:lpstr>
      <vt:lpstr>Arial</vt:lpstr>
      <vt:lpstr>Calibri</vt:lpstr>
      <vt:lpstr>Tahoma</vt:lpstr>
      <vt:lpstr>Times New Roman</vt:lpstr>
      <vt:lpstr>Wingdings</vt:lpstr>
      <vt:lpstr>1_model-3</vt:lpstr>
      <vt:lpstr>6_model-3</vt:lpstr>
      <vt:lpstr>11_model-3</vt:lpstr>
      <vt:lpstr>35_model-3</vt:lpstr>
      <vt:lpstr>40_model-3</vt:lpstr>
      <vt:lpstr>41_model-3</vt:lpstr>
      <vt:lpstr>42_model-3</vt:lpstr>
      <vt:lpstr>5_model-3</vt:lpstr>
      <vt:lpstr>78_model-3</vt:lpstr>
      <vt:lpstr>79_model-3</vt:lpstr>
      <vt:lpstr>81_model-3</vt:lpstr>
      <vt:lpstr>80_model-3</vt:lpstr>
      <vt:lpstr>82_model-3</vt:lpstr>
      <vt:lpstr>83_model-3</vt:lpstr>
      <vt:lpstr>84_model-3</vt:lpstr>
      <vt:lpstr>85_model-3</vt:lpstr>
      <vt:lpstr>86_model-3</vt:lpstr>
      <vt:lpstr>87_model-3</vt:lpstr>
      <vt:lpstr>89_model-3</vt:lpstr>
      <vt:lpstr>88_model-3</vt:lpstr>
      <vt:lpstr>90_model-3</vt:lpstr>
      <vt:lpstr>91_model-3</vt:lpstr>
      <vt:lpstr>92_model-3</vt:lpstr>
      <vt:lpstr>93_model-3</vt:lpstr>
      <vt:lpstr>94_model-3</vt:lpstr>
      <vt:lpstr>95_model-3</vt:lpstr>
      <vt:lpstr>96_model-3</vt:lpstr>
      <vt:lpstr>97_model-3</vt:lpstr>
      <vt:lpstr>98_model-3</vt:lpstr>
      <vt:lpstr>99_model-3</vt:lpstr>
      <vt:lpstr>100_model-3</vt:lpstr>
      <vt:lpstr>101_model-3</vt:lpstr>
      <vt:lpstr>102_model-3</vt:lpstr>
      <vt:lpstr>103_model-3</vt:lpstr>
      <vt:lpstr>104_model-3</vt:lpstr>
      <vt:lpstr>105_model-3</vt:lpstr>
      <vt:lpstr>106_model-3</vt:lpstr>
      <vt:lpstr>107_model-3</vt:lpstr>
      <vt:lpstr>108_model-3</vt:lpstr>
      <vt:lpstr>109_model-3</vt:lpstr>
      <vt:lpstr>110_model-3</vt:lpstr>
      <vt:lpstr>111_model-3</vt:lpstr>
      <vt:lpstr>112_model-3</vt:lpstr>
      <vt:lpstr>113_model-3</vt:lpstr>
      <vt:lpstr>114_model-3</vt:lpstr>
      <vt:lpstr>115_model-3</vt:lpstr>
      <vt:lpstr>116_model-3</vt:lpstr>
      <vt:lpstr>117_model-3</vt:lpstr>
      <vt:lpstr>118_model-3</vt:lpstr>
      <vt:lpstr>119_model-3</vt:lpstr>
      <vt:lpstr>120_model-3</vt:lpstr>
      <vt:lpstr>121_model-3</vt:lpstr>
      <vt:lpstr>122_model-3</vt:lpstr>
      <vt:lpstr>123_model-3</vt:lpstr>
      <vt:lpstr>124_model-3</vt:lpstr>
      <vt:lpstr>125_model-3</vt:lpstr>
      <vt:lpstr>126_model-3</vt:lpstr>
      <vt:lpstr>127_model-3</vt:lpstr>
      <vt:lpstr>128_model-3</vt:lpstr>
      <vt:lpstr>129_model-3</vt:lpstr>
      <vt:lpstr>130_model-3</vt:lpstr>
      <vt:lpstr>131_model-3</vt:lpstr>
      <vt:lpstr>132_model-3</vt:lpstr>
      <vt:lpstr>133_model-3</vt:lpstr>
      <vt:lpstr>134_model-3</vt:lpstr>
      <vt:lpstr>135_model-3</vt:lpstr>
      <vt:lpstr>136_model-3</vt:lpstr>
      <vt:lpstr>137_model-3</vt:lpstr>
      <vt:lpstr>138_model-3</vt:lpstr>
      <vt:lpstr>139_model-3</vt:lpstr>
      <vt:lpstr>140_model-3</vt:lpstr>
      <vt:lpstr>2_model-3</vt:lpstr>
      <vt:lpstr>第三章 程序的转换及机器级表示</vt:lpstr>
      <vt:lpstr>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练习题</vt:lpstr>
    </vt:vector>
  </TitlesOfParts>
  <Company>soft.netnest.com.cn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软件仓库</dc:creator>
  <cp:lastModifiedBy>D D</cp:lastModifiedBy>
  <cp:revision>1138</cp:revision>
  <dcterms:created xsi:type="dcterms:W3CDTF">2006-11-13T09:10:00Z</dcterms:created>
  <dcterms:modified xsi:type="dcterms:W3CDTF">2025-11-19T14:24:37Z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849A4ED79F6A4168823D8913AE8C4ED2</vt:lpwstr>
  </property>
</Properties>
</file>